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7" r:id="rId1"/>
    <p:sldMasterId id="2147483845" r:id="rId2"/>
  </p:sldMasterIdLst>
  <p:notesMasterIdLst>
    <p:notesMasterId r:id="rId10"/>
  </p:notesMasterIdLst>
  <p:handoutMasterIdLst>
    <p:handoutMasterId r:id="rId11"/>
  </p:handoutMasterIdLst>
  <p:sldIdLst>
    <p:sldId id="256" r:id="rId3"/>
    <p:sldId id="4967" r:id="rId4"/>
    <p:sldId id="4970" r:id="rId5"/>
    <p:sldId id="4969" r:id="rId6"/>
    <p:sldId id="5988" r:id="rId7"/>
    <p:sldId id="4968" r:id="rId8"/>
    <p:sldId id="4971" r:id="rId9"/>
  </p:sldIdLst>
  <p:sldSz cx="12192000" cy="6858000"/>
  <p:notesSz cx="6797675" cy="9926638"/>
  <p:custDataLst>
    <p:tags r:id="rId12"/>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9DAFCC"/>
    <a:srgbClr val="ED53D7"/>
    <a:srgbClr val="D1D7DA"/>
    <a:srgbClr val="FF9900"/>
    <a:srgbClr val="EF0000"/>
    <a:srgbClr val="4B5669"/>
    <a:srgbClr val="FFFFFF"/>
    <a:srgbClr val="2D76AD"/>
    <a:srgbClr val="2159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17EA92-75D0-4044-A80A-286907CE0DDC}">
  <a:tblStyle styleId="{0817EA92-75D0-4044-A80A-286907CE0DDC}" styleName="Beckhoff Standard Table Style">
    <a:wholeTbl>
      <a:tcTxStyle>
        <a:fontRef idx="minor">
          <a:prstClr val="black"/>
        </a:fontRef>
        <a:schemeClr val="dk1"/>
      </a:tcTxStyle>
      <a:tcStyle>
        <a:tcBdr>
          <a:left>
            <a:ln w="0" cmpd="sng">
              <a:solidFill>
                <a:schemeClr val="lt1"/>
              </a:solidFill>
            </a:ln>
          </a:left>
          <a:right>
            <a:ln w="0" cmpd="sng">
              <a:solidFill>
                <a:schemeClr val="lt1"/>
              </a:solidFill>
            </a:ln>
          </a:right>
          <a:top>
            <a:ln w="12700" cmpd="sng">
              <a:solidFill>
                <a:schemeClr val="lt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lt1"/>
          </a:solidFill>
        </a:fill>
      </a:tcStyle>
    </a:wholeTbl>
    <a:band1H>
      <a:tcStyle>
        <a:tcBdr/>
      </a:tcStyle>
    </a:band1H>
    <a:band2H>
      <a:tcStyle>
        <a:tcBdr/>
        <a:fill>
          <a:solidFill>
            <a:schemeClr val="lt2">
              <a:tint val="60000"/>
            </a:schemeClr>
          </a:solidFill>
        </a:fill>
      </a:tcStyle>
    </a:band2H>
    <a:band1V>
      <a:tcStyle>
        <a:tcBdr/>
      </a:tcStyle>
    </a:band1V>
    <a:band2V>
      <a:tcStyle>
        <a:tcBdr/>
        <a:fill>
          <a:solidFill>
            <a:schemeClr val="lt2">
              <a:tint val="60000"/>
            </a:schemeClr>
          </a:solidFill>
        </a:fill>
      </a:tcStyle>
    </a:band2V>
    <a:lastCol>
      <a:tcTxStyle b="on">
        <a:fontRef idx="minor">
          <a:prstClr val="black"/>
        </a:fontRef>
        <a:schemeClr val="dk1"/>
      </a:tcTxStyle>
      <a:tcStyle>
        <a:tcBdr/>
        <a:fill>
          <a:solidFill>
            <a:schemeClr val="accent1"/>
          </a:solidFill>
        </a:fill>
      </a:tcStyle>
    </a:lastCol>
    <a:firstCol>
      <a:tcTxStyle b="on">
        <a:fontRef idx="minor">
          <a:prstClr val="black"/>
        </a:fontRef>
        <a:schemeClr val="dk1"/>
      </a:tcTxStyle>
      <a:tcStyle>
        <a:tcBdr/>
        <a:fill>
          <a:solidFill>
            <a:schemeClr val="accent1"/>
          </a:solidFill>
        </a:fill>
      </a:tcStyle>
    </a:firstCol>
    <a:lastRow>
      <a:tcTxStyle b="on">
        <a:fontRef idx="minor">
          <a:prstClr val="black"/>
        </a:fontRef>
        <a:schemeClr val="lt1"/>
      </a:tcTxStyle>
      <a:tcStyle>
        <a:tcBdr>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2"/>
          </a:solidFill>
        </a:fill>
      </a:tcStyle>
    </a:lastRow>
    <a:firstRow>
      <a:tcTxStyle b="on">
        <a:fontRef idx="minor">
          <a:prstClr val="black"/>
        </a:fontRef>
        <a:schemeClr val="lt1"/>
      </a:tcTxStyle>
      <a:tcStyle>
        <a:tcBdr>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2"/>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22544A-7EE6-4342-B048-85BDC9FD1C3A}" styleName="Mittlere Formatvorlage 2 - Akzent 1">
    <a:wholeTbl>
      <a:tcTxStyle>
        <a:fontRef idx="minor">
          <a:prstClr val="black"/>
        </a:fontRef>
        <a:schemeClr val="dk1"/>
      </a:tcTxStyle>
      <a:tcStyle>
        <a:tcBdr>
          <a:left>
            <a:ln w="0" cmpd="sng">
              <a:solidFill>
                <a:schemeClr val="lt1"/>
              </a:solidFill>
            </a:ln>
          </a:left>
          <a:right>
            <a:ln w="0" cmpd="sng">
              <a:solidFill>
                <a:schemeClr val="lt1"/>
              </a:solidFill>
            </a:ln>
          </a:right>
          <a:top>
            <a:ln w="12700" cmpd="sng">
              <a:solidFill>
                <a:schemeClr val="lt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lt1"/>
          </a:solidFill>
        </a:fill>
      </a:tcStyle>
    </a:wholeTbl>
    <a:band1H>
      <a:tcStyle>
        <a:tcBdr/>
      </a:tcStyle>
    </a:band1H>
    <a:band2H>
      <a:tcStyle>
        <a:tcBdr/>
        <a:fill>
          <a:solidFill>
            <a:schemeClr val="lt2">
              <a:tint val="60000"/>
            </a:schemeClr>
          </a:solidFill>
        </a:fill>
      </a:tcStyle>
    </a:band2H>
    <a:band1V>
      <a:tcStyle>
        <a:tcBdr/>
      </a:tcStyle>
    </a:band1V>
    <a:band2V>
      <a:tcStyle>
        <a:tcBdr/>
        <a:fill>
          <a:solidFill>
            <a:schemeClr val="lt2">
              <a:tint val="60000"/>
            </a:schemeClr>
          </a:solidFill>
        </a:fill>
      </a:tcStyle>
    </a:band2V>
    <a:lastCol>
      <a:tcTxStyle b="on">
        <a:fontRef idx="minor">
          <a:prstClr val="black"/>
        </a:fontRef>
        <a:schemeClr val="dk1"/>
      </a:tcTxStyle>
      <a:tcStyle>
        <a:tcBdr/>
        <a:fill>
          <a:solidFill>
            <a:schemeClr val="accent1"/>
          </a:solidFill>
        </a:fill>
      </a:tcStyle>
    </a:lastCol>
    <a:firstCol>
      <a:tcTxStyle b="on">
        <a:fontRef idx="minor">
          <a:prstClr val="black"/>
        </a:fontRef>
        <a:schemeClr val="dk1"/>
      </a:tcTxStyle>
      <a:tcStyle>
        <a:tcBdr/>
        <a:fill>
          <a:solidFill>
            <a:schemeClr val="accent1"/>
          </a:solidFill>
        </a:fill>
      </a:tcStyle>
    </a:firstCol>
    <a:lastRow>
      <a:tcTxStyle b="on">
        <a:fontRef idx="minor">
          <a:prstClr val="black"/>
        </a:fontRef>
        <a:schemeClr val="lt1"/>
      </a:tcTxStyle>
      <a:tcStyle>
        <a:tcBdr>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solidFill>
        </a:fill>
      </a:tcStyle>
    </a:lastRow>
    <a:firstRow>
      <a:tcTxStyle b="on">
        <a:fontRef idx="minor">
          <a:prstClr val="black"/>
        </a:fontRef>
        <a:schemeClr val="lt1"/>
      </a:tcTxStyle>
      <a:tcStyle>
        <a:tcBdr>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dk2"/>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dk2"/>
          </a:solidFill>
        </a:fill>
      </a:tcStyle>
    </a:lastRow>
    <a:firstRow>
      <a:tcTxStyle b="on">
        <a:fontRef idx="minor">
          <a:scrgbClr r="0" g="0" b="0"/>
        </a:fontRef>
        <a:schemeClr val="dk2"/>
      </a:tcTxStyle>
      <a:tcStyle>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dk2"/>
              </a:solidFill>
            </a:ln>
          </a:left>
          <a:right>
            <a:ln w="12700" cmpd="sng">
              <a:solidFill>
                <a:schemeClr val="dk2"/>
              </a:solidFill>
            </a:ln>
          </a:right>
          <a:top>
            <a:ln w="12700" cmpd="sng">
              <a:solidFill>
                <a:schemeClr val="dk2"/>
              </a:solidFill>
            </a:ln>
          </a:top>
          <a:bottom>
            <a:ln w="12700" cmpd="sng">
              <a:solidFill>
                <a:schemeClr val="dk2"/>
              </a:solidFill>
            </a:ln>
          </a:bottom>
          <a:insideH>
            <a:ln w="12700" cmpd="sng">
              <a:solidFill>
                <a:schemeClr val="dk2"/>
              </a:solidFill>
            </a:ln>
          </a:insideH>
          <a:insideV>
            <a:ln w="12700" cmpd="sng">
              <a:solidFill>
                <a:schemeClr val="dk2"/>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dk2"/>
      </a:tcTxStyle>
      <a:tcStyle>
        <a:tcBdr/>
        <a:fill>
          <a:solidFill>
            <a:schemeClr val="accent1"/>
          </a:solidFill>
        </a:fill>
      </a:tcStyle>
    </a:lastCol>
    <a:firstCol>
      <a:tcTxStyle b="on">
        <a:fontRef idx="minor">
          <a:prstClr val="black"/>
        </a:fontRef>
        <a:schemeClr val="dk2"/>
      </a:tcTxStyle>
      <a:tcStyle>
        <a:tcBdr/>
        <a:fill>
          <a:solidFill>
            <a:schemeClr val="accent1"/>
          </a:solidFill>
        </a:fill>
      </a:tcStyle>
    </a:firstCol>
    <a:lastRow>
      <a:tcTxStyle b="on">
        <a:fontRef idx="minor">
          <a:prstClr val="black"/>
        </a:fontRef>
        <a:schemeClr val="dk2"/>
      </a:tcTxStyle>
      <a:tcStyle>
        <a:tcBdr>
          <a:top>
            <a:ln w="38100" cmpd="sng">
              <a:solidFill>
                <a:schemeClr val="dk2"/>
              </a:solidFill>
            </a:ln>
          </a:top>
        </a:tcBdr>
        <a:fill>
          <a:solidFill>
            <a:schemeClr val="accent2"/>
          </a:solidFill>
        </a:fill>
      </a:tcStyle>
    </a:lastRow>
    <a:firstRow>
      <a:tcTxStyle b="on">
        <a:fontRef idx="minor">
          <a:prstClr val="black"/>
        </a:fontRef>
        <a:schemeClr val="dk2"/>
      </a:tcTxStyle>
      <a:tcStyle>
        <a:tcBdr>
          <a:bottom>
            <a:ln w="38100" cmpd="sng">
              <a:solidFill>
                <a:schemeClr val="dk2"/>
              </a:solidFill>
            </a:ln>
          </a:bottom>
        </a:tcBdr>
        <a:fill>
          <a:solidFill>
            <a:schemeClr val="accent2"/>
          </a:solidFill>
        </a:fill>
      </a:tcStyle>
    </a:firstRow>
  </a:tblStyle>
  <a:tblStyle styleId="{9DCAF9ED-07DC-4A11-8D7F-57B35C25682E}" styleName="Mittlere Formatvorlage 1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dk2"/>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86765" autoAdjust="0"/>
  </p:normalViewPr>
  <p:slideViewPr>
    <p:cSldViewPr snapToObjects="1" showGuides="1">
      <p:cViewPr varScale="1">
        <p:scale>
          <a:sx n="128" d="100"/>
          <a:sy n="128" d="100"/>
        </p:scale>
        <p:origin x="1566" y="80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50" d="100"/>
        <a:sy n="150" d="100"/>
      </p:scale>
      <p:origin x="0" y="0"/>
    </p:cViewPr>
  </p:sorterViewPr>
  <p:notesViewPr>
    <p:cSldViewPr snapToObjects="1" showGuides="1">
      <p:cViewPr varScale="1">
        <p:scale>
          <a:sx n="79" d="100"/>
          <a:sy n="79" d="100"/>
        </p:scale>
        <p:origin x="3900" y="90"/>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1"/>
            <a:ext cx="2945659" cy="496332"/>
          </a:xfrm>
          <a:prstGeom prst="rect">
            <a:avLst/>
          </a:prstGeom>
        </p:spPr>
        <p:txBody>
          <a:bodyPr vert="horz" lIns="91432" tIns="45716" rIns="91432" bIns="45716" rtlCol="0"/>
          <a:lstStyle>
            <a:lvl1pPr algn="l">
              <a:defRPr sz="1200"/>
            </a:lvl1pPr>
          </a:lstStyle>
          <a:p>
            <a:r>
              <a:rPr lang="de-DE"/>
              <a:t>Text der Kopfzeile</a:t>
            </a:r>
          </a:p>
        </p:txBody>
      </p:sp>
      <p:sp>
        <p:nvSpPr>
          <p:cNvPr id="3" name="Datumsplatzhalter 2"/>
          <p:cNvSpPr>
            <a:spLocks noGrp="1"/>
          </p:cNvSpPr>
          <p:nvPr>
            <p:ph type="dt" sz="quarter" idx="1"/>
          </p:nvPr>
        </p:nvSpPr>
        <p:spPr>
          <a:xfrm>
            <a:off x="3850445" y="1"/>
            <a:ext cx="2945659" cy="496332"/>
          </a:xfrm>
          <a:prstGeom prst="rect">
            <a:avLst/>
          </a:prstGeom>
        </p:spPr>
        <p:txBody>
          <a:bodyPr vert="horz" lIns="91432" tIns="45716" rIns="91432" bIns="45716" rtlCol="0"/>
          <a:lstStyle>
            <a:lvl1pPr algn="r">
              <a:defRPr sz="1200"/>
            </a:lvl1pPr>
          </a:lstStyle>
          <a:p>
            <a:fld id="{8F1A36FD-08A9-47F7-8F4B-E50EC98C36E7}" type="datetime1">
              <a:rPr lang="de-DE" smtClean="0"/>
              <a:t>27.07.2026</a:t>
            </a:fld>
            <a:endParaRPr lang="de-DE"/>
          </a:p>
        </p:txBody>
      </p:sp>
      <p:sp>
        <p:nvSpPr>
          <p:cNvPr id="4" name="Fußzeilenplatzhalter 3"/>
          <p:cNvSpPr>
            <a:spLocks noGrp="1"/>
          </p:cNvSpPr>
          <p:nvPr>
            <p:ph type="ftr" sz="quarter" idx="2"/>
          </p:nvPr>
        </p:nvSpPr>
        <p:spPr>
          <a:xfrm>
            <a:off x="1" y="9428584"/>
            <a:ext cx="2945659" cy="496332"/>
          </a:xfrm>
          <a:prstGeom prst="rect">
            <a:avLst/>
          </a:prstGeom>
        </p:spPr>
        <p:txBody>
          <a:bodyPr vert="horz" lIns="91432" tIns="45716" rIns="91432" bIns="45716" rtlCol="0" anchor="b"/>
          <a:lstStyle>
            <a:lvl1pPr algn="l">
              <a:defRPr sz="1200"/>
            </a:lvl1pPr>
          </a:lstStyle>
          <a:p>
            <a:r>
              <a:rPr lang="de-DE"/>
              <a:t>Text der Fußzeile</a:t>
            </a:r>
          </a:p>
        </p:txBody>
      </p:sp>
      <p:sp>
        <p:nvSpPr>
          <p:cNvPr id="5" name="Foliennummernplatzhalter 4"/>
          <p:cNvSpPr>
            <a:spLocks noGrp="1"/>
          </p:cNvSpPr>
          <p:nvPr>
            <p:ph type="sldNum" sz="quarter" idx="3"/>
          </p:nvPr>
        </p:nvSpPr>
        <p:spPr>
          <a:xfrm>
            <a:off x="3850445" y="9428584"/>
            <a:ext cx="2945659" cy="496332"/>
          </a:xfrm>
          <a:prstGeom prst="rect">
            <a:avLst/>
          </a:prstGeom>
        </p:spPr>
        <p:txBody>
          <a:bodyPr vert="horz" lIns="91432" tIns="45716" rIns="91432" bIns="45716" rtlCol="0" anchor="b"/>
          <a:lstStyle>
            <a:lvl1pPr algn="r">
              <a:defRPr sz="1200"/>
            </a:lvl1pPr>
          </a:lstStyle>
          <a:p>
            <a:fld id="{D584D4DD-0EAA-4244-BC03-ECEA8EDC466D}" type="slidenum">
              <a:rPr lang="de-DE" smtClean="0"/>
              <a:t>‹#›</a:t>
            </a:fld>
            <a:endParaRPr lang="de-DE"/>
          </a:p>
        </p:txBody>
      </p:sp>
    </p:spTree>
    <p:extLst>
      <p:ext uri="{BB962C8B-B14F-4D97-AF65-F5344CB8AC3E}">
        <p14:creationId xmlns:p14="http://schemas.microsoft.com/office/powerpoint/2010/main" val="298779154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oliennummernplatzhalter 6"/>
          <p:cNvSpPr>
            <a:spLocks noGrp="1"/>
          </p:cNvSpPr>
          <p:nvPr>
            <p:ph type="sldNum" sz="quarter" idx="5"/>
          </p:nvPr>
        </p:nvSpPr>
        <p:spPr>
          <a:xfrm>
            <a:off x="2972211" y="9428584"/>
            <a:ext cx="853252" cy="496332"/>
          </a:xfrm>
          <a:prstGeom prst="rect">
            <a:avLst/>
          </a:prstGeom>
        </p:spPr>
        <p:txBody>
          <a:bodyPr vert="horz" lIns="91432" tIns="45716" rIns="91432" bIns="45716" rtlCol="0" anchor="b"/>
          <a:lstStyle>
            <a:lvl1pPr algn="ctr">
              <a:defRPr sz="1200">
                <a:solidFill>
                  <a:schemeClr val="bg2"/>
                </a:solidFill>
              </a:defRPr>
            </a:lvl1pPr>
          </a:lstStyle>
          <a:p>
            <a:fld id="{B280112D-8454-448C-8A04-1F3237E367D5}" type="slidenum">
              <a:rPr lang="de-DE" smtClean="0"/>
              <a:pPr/>
              <a:t>‹#›</a:t>
            </a:fld>
            <a:endParaRPr lang="de-DE" dirty="0"/>
          </a:p>
        </p:txBody>
      </p:sp>
      <p:sp>
        <p:nvSpPr>
          <p:cNvPr id="3" name="Datumsplatzhalter 2"/>
          <p:cNvSpPr>
            <a:spLocks noGrp="1"/>
          </p:cNvSpPr>
          <p:nvPr>
            <p:ph type="dt" idx="1"/>
          </p:nvPr>
        </p:nvSpPr>
        <p:spPr>
          <a:xfrm>
            <a:off x="3850445" y="9430306"/>
            <a:ext cx="2945659" cy="496332"/>
          </a:xfrm>
          <a:prstGeom prst="rect">
            <a:avLst/>
          </a:prstGeom>
        </p:spPr>
        <p:txBody>
          <a:bodyPr vert="horz" lIns="91432" tIns="45716" rIns="179985" bIns="45716" rtlCol="0" anchor="b"/>
          <a:lstStyle>
            <a:lvl1pPr algn="r">
              <a:defRPr sz="1000">
                <a:solidFill>
                  <a:schemeClr val="bg2"/>
                </a:solidFill>
              </a:defRPr>
            </a:lvl1pPr>
          </a:lstStyle>
          <a:p>
            <a:fld id="{0A2346E5-778D-4A7C-BA30-768202CBF653}" type="datetime1">
              <a:rPr lang="de-DE" smtClean="0"/>
              <a:t>27.07.2026</a:t>
            </a:fld>
            <a:endParaRPr lang="de-DE"/>
          </a:p>
        </p:txBody>
      </p:sp>
      <p:sp>
        <p:nvSpPr>
          <p:cNvPr id="4" name="Folienbildplatzhalter 3"/>
          <p:cNvSpPr>
            <a:spLocks noGrp="1" noRot="1" noChangeAspect="1"/>
          </p:cNvSpPr>
          <p:nvPr>
            <p:ph type="sldImg" idx="2"/>
          </p:nvPr>
        </p:nvSpPr>
        <p:spPr>
          <a:xfrm>
            <a:off x="44" y="0"/>
            <a:ext cx="6796059" cy="3823379"/>
          </a:xfrm>
          <a:prstGeom prst="rect">
            <a:avLst/>
          </a:prstGeom>
          <a:noFill/>
          <a:ln w="6350">
            <a:solidFill>
              <a:schemeClr val="tx2"/>
            </a:solidFill>
          </a:ln>
        </p:spPr>
        <p:txBody>
          <a:bodyPr vert="horz" lIns="91432" tIns="45716" rIns="91432" bIns="45716" rtlCol="0" anchor="ctr"/>
          <a:lstStyle/>
          <a:p>
            <a:endParaRPr lang="de-DE"/>
          </a:p>
        </p:txBody>
      </p:sp>
      <p:sp>
        <p:nvSpPr>
          <p:cNvPr id="6" name="Fußzeilenplatzhalter 5"/>
          <p:cNvSpPr>
            <a:spLocks noGrp="1"/>
          </p:cNvSpPr>
          <p:nvPr>
            <p:ph type="ftr" sz="quarter" idx="4"/>
          </p:nvPr>
        </p:nvSpPr>
        <p:spPr>
          <a:xfrm>
            <a:off x="1" y="9428584"/>
            <a:ext cx="2945659" cy="496332"/>
          </a:xfrm>
          <a:prstGeom prst="rect">
            <a:avLst/>
          </a:prstGeom>
        </p:spPr>
        <p:txBody>
          <a:bodyPr vert="horz" lIns="179985" tIns="45716" rIns="91432" bIns="45716" rtlCol="0" anchor="b"/>
          <a:lstStyle>
            <a:lvl1pPr algn="l">
              <a:defRPr sz="1000">
                <a:solidFill>
                  <a:schemeClr val="bg2"/>
                </a:solidFill>
              </a:defRPr>
            </a:lvl1pPr>
          </a:lstStyle>
          <a:p>
            <a:r>
              <a:rPr lang="de-DE"/>
              <a:t>Text der Fußzeile</a:t>
            </a:r>
          </a:p>
        </p:txBody>
      </p:sp>
      <p:cxnSp>
        <p:nvCxnSpPr>
          <p:cNvPr id="9" name="Gerader Verbinder 8"/>
          <p:cNvCxnSpPr/>
          <p:nvPr/>
        </p:nvCxnSpPr>
        <p:spPr>
          <a:xfrm>
            <a:off x="1" y="9430306"/>
            <a:ext cx="6797675"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5" name="Notizenplatzhalter 4"/>
          <p:cNvSpPr>
            <a:spLocks noGrp="1"/>
          </p:cNvSpPr>
          <p:nvPr>
            <p:ph type="body" sz="quarter" idx="3"/>
          </p:nvPr>
        </p:nvSpPr>
        <p:spPr>
          <a:xfrm>
            <a:off x="1" y="3823379"/>
            <a:ext cx="6796102" cy="5606927"/>
          </a:xfrm>
          <a:prstGeom prst="rect">
            <a:avLst/>
          </a:prstGeom>
        </p:spPr>
        <p:txBody>
          <a:bodyPr vert="horz" lIns="252000" tIns="190784" rIns="179985" bIns="45716"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620462188"/>
      </p:ext>
    </p:extLst>
  </p:cSld>
  <p:clrMap bg1="lt1" tx1="dk1" bg2="lt2" tx2="dk2" accent1="accent1" accent2="accent2" accent3="accent3" accent4="accent4" accent5="accent5" accent6="accent6" hlink="hlink" folHlink="folHlink"/>
  <p:hf/>
  <p:notesStyle>
    <a:lvl1pPr marL="180000" indent="-180000" algn="l" defTabSz="914400" rtl="0" eaLnBrk="1" latinLnBrk="0" hangingPunct="1">
      <a:buFont typeface="Wingdings" panose="05000000000000000000" pitchFamily="2" charset="2"/>
      <a:buChar char="§"/>
      <a:defRPr sz="1200" kern="1200">
        <a:solidFill>
          <a:schemeClr val="tx1"/>
        </a:solidFill>
        <a:latin typeface="+mn-lt"/>
        <a:ea typeface="+mn-ea"/>
        <a:cs typeface="+mn-cs"/>
      </a:defRPr>
    </a:lvl1pPr>
    <a:lvl2pPr marL="378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2pPr>
    <a:lvl3pPr marL="576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3pPr>
    <a:lvl4pPr marL="774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4pPr>
    <a:lvl5pPr marL="972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0"/>
          </p:nvPr>
        </p:nvSpPr>
        <p:spPr/>
        <p:txBody>
          <a:bodyPr/>
          <a:lstStyle/>
          <a:p>
            <a:fld id="{B280112D-8454-448C-8A04-1F3237E367D5}" type="slidenum">
              <a:rPr lang="de-DE" smtClean="0"/>
              <a:pPr/>
              <a:t>1</a:t>
            </a:fld>
            <a:endParaRPr lang="de-DE" dirty="0"/>
          </a:p>
        </p:txBody>
      </p:sp>
      <p:sp>
        <p:nvSpPr>
          <p:cNvPr id="6" name="Datumsplatzhalter 5"/>
          <p:cNvSpPr>
            <a:spLocks noGrp="1"/>
          </p:cNvSpPr>
          <p:nvPr>
            <p:ph type="dt" idx="11"/>
          </p:nvPr>
        </p:nvSpPr>
        <p:spPr/>
        <p:txBody>
          <a:bodyPr/>
          <a:lstStyle/>
          <a:p>
            <a:fld id="{4863E548-1A9A-454F-A8B8-883CE7E82459}" type="datetime1">
              <a:rPr lang="de-DE" smtClean="0"/>
              <a:t>27.07.2026</a:t>
            </a:fld>
            <a:endParaRPr lang="de-DE"/>
          </a:p>
        </p:txBody>
      </p:sp>
      <p:sp>
        <p:nvSpPr>
          <p:cNvPr id="7" name="Fußzeilenplatzhalter 6"/>
          <p:cNvSpPr>
            <a:spLocks noGrp="1"/>
          </p:cNvSpPr>
          <p:nvPr>
            <p:ph type="ftr" sz="quarter" idx="12"/>
          </p:nvPr>
        </p:nvSpPr>
        <p:spPr/>
        <p:txBody>
          <a:bodyPr/>
          <a:lstStyle/>
          <a:p>
            <a:r>
              <a:rPr lang="de-DE"/>
              <a:t>Text der Fußzeile</a:t>
            </a:r>
          </a:p>
        </p:txBody>
      </p:sp>
      <p:sp>
        <p:nvSpPr>
          <p:cNvPr id="20" name="Folienbildplatzhalter 19"/>
          <p:cNvSpPr>
            <a:spLocks noGrp="1" noRot="1" noChangeAspect="1"/>
          </p:cNvSpPr>
          <p:nvPr>
            <p:ph type="sldImg"/>
          </p:nvPr>
        </p:nvSpPr>
        <p:spPr>
          <a:xfrm>
            <a:off x="0" y="0"/>
            <a:ext cx="6796088" cy="3822700"/>
          </a:xfrm>
        </p:spPr>
      </p:sp>
      <p:sp>
        <p:nvSpPr>
          <p:cNvPr id="21" name="Notizenplatzhalter 20"/>
          <p:cNvSpPr>
            <a:spLocks noGrp="1"/>
          </p:cNvSpPr>
          <p:nvPr>
            <p:ph type="body" idx="1"/>
          </p:nvPr>
        </p:nvSpPr>
        <p:spPr/>
        <p:txBody>
          <a:bodyPr/>
          <a:lstStyle/>
          <a:p>
            <a:endParaRPr lang="de-DE"/>
          </a:p>
        </p:txBody>
      </p:sp>
    </p:spTree>
    <p:extLst>
      <p:ext uri="{BB962C8B-B14F-4D97-AF65-F5344CB8AC3E}">
        <p14:creationId xmlns:p14="http://schemas.microsoft.com/office/powerpoint/2010/main" val="20958098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EC17FFD9-E190-4354-AF30-89800F8E4F3E}"/>
              </a:ext>
            </a:extLst>
          </p:cNvPr>
          <p:cNvSpPr>
            <a:spLocks noGrp="1"/>
          </p:cNvSpPr>
          <p:nvPr>
            <p:ph type="ftr" sz="quarter" idx="10"/>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B0FDDC2E-ABE4-429F-8CE9-38DD695422FD}"/>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4" name="Title">
            <a:extLst>
              <a:ext uri="{FF2B5EF4-FFF2-40B4-BE49-F238E27FC236}">
                <a16:creationId xmlns:a16="http://schemas.microsoft.com/office/drawing/2014/main" id="{9030D639-0DC9-4081-8A98-1A8F8593892C}"/>
              </a:ext>
            </a:extLst>
          </p:cNvPr>
          <p:cNvSpPr>
            <a:spLocks noGrp="1"/>
          </p:cNvSpPr>
          <p:nvPr>
            <p:ph type="title" hasCustomPrompt="1"/>
          </p:nvPr>
        </p:nvSpPr>
        <p:spPr/>
        <p:txBody>
          <a:bodyPr/>
          <a:lstStyle/>
          <a:p>
            <a:r>
              <a:rPr lang="en-US" noProof="0" dirty="0"/>
              <a:t>Click to add title</a:t>
            </a:r>
          </a:p>
        </p:txBody>
      </p:sp>
      <p:pic>
        <p:nvPicPr>
          <p:cNvPr id="6" name="Bildplatzhalter 4">
            <a:extLst>
              <a:ext uri="{FF2B5EF4-FFF2-40B4-BE49-F238E27FC236}">
                <a16:creationId xmlns:a16="http://schemas.microsoft.com/office/drawing/2014/main" id="{8D31A674-9DC6-4670-9A1A-2754DA6F827F}"/>
              </a:ext>
            </a:extLst>
          </p:cNvPr>
          <p:cNvPicPr>
            <a:picLocks noChangeAspect="1"/>
          </p:cNvPicPr>
          <p:nvPr userDrawn="1"/>
        </p:nvPicPr>
        <p:blipFill>
          <a:blip r:embed="rId2"/>
          <a:srcRect t="7942" b="7942"/>
          <a:stretch/>
        </p:blipFill>
        <p:spPr bwMode="gray">
          <a:xfrm>
            <a:off x="0" y="1090613"/>
            <a:ext cx="12199938" cy="5767387"/>
          </a:xfrm>
          <a:prstGeom prst="rect">
            <a:avLst/>
          </a:prstGeom>
        </p:spPr>
      </p:pic>
    </p:spTree>
    <p:extLst>
      <p:ext uri="{BB962C8B-B14F-4D97-AF65-F5344CB8AC3E}">
        <p14:creationId xmlns:p14="http://schemas.microsoft.com/office/powerpoint/2010/main" val="190497495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for Speaker – Version 1">
    <p:spTree>
      <p:nvGrpSpPr>
        <p:cNvPr id="1" name=""/>
        <p:cNvGrpSpPr/>
        <p:nvPr/>
      </p:nvGrpSpPr>
      <p:grpSpPr>
        <a:xfrm>
          <a:off x="0" y="0"/>
          <a:ext cx="0" cy="0"/>
          <a:chOff x="0" y="0"/>
          <a:chExt cx="0" cy="0"/>
        </a:xfrm>
      </p:grpSpPr>
      <p:pic>
        <p:nvPicPr>
          <p:cNvPr id="4" name="Bildplatzhalter 4">
            <a:extLst>
              <a:ext uri="{FF2B5EF4-FFF2-40B4-BE49-F238E27FC236}">
                <a16:creationId xmlns:a16="http://schemas.microsoft.com/office/drawing/2014/main" id="{BEB5B190-D0A3-AC11-C0F7-34A199D80B7B}"/>
              </a:ext>
            </a:extLst>
          </p:cNvPr>
          <p:cNvPicPr>
            <a:picLocks noChangeAspect="1"/>
          </p:cNvPicPr>
          <p:nvPr userDrawn="1"/>
        </p:nvPicPr>
        <p:blipFill>
          <a:blip r:embed="rId2"/>
          <a:srcRect t="7942" b="7942"/>
          <a:stretch/>
        </p:blipFill>
        <p:spPr bwMode="gray">
          <a:xfrm>
            <a:off x="0" y="1090613"/>
            <a:ext cx="12199938" cy="5767387"/>
          </a:xfrm>
          <a:prstGeom prst="rect">
            <a:avLst/>
          </a:prstGeom>
        </p:spPr>
      </p:pic>
      <p:sp>
        <p:nvSpPr>
          <p:cNvPr id="8" name="Footer Placeholder">
            <a:extLst>
              <a:ext uri="{FF2B5EF4-FFF2-40B4-BE49-F238E27FC236}">
                <a16:creationId xmlns:a16="http://schemas.microsoft.com/office/drawing/2014/main" id="{A1007D3D-C5EC-4571-BE1C-06654C5B83FD}"/>
              </a:ext>
            </a:extLst>
          </p:cNvPr>
          <p:cNvSpPr>
            <a:spLocks noGrp="1"/>
          </p:cNvSpPr>
          <p:nvPr>
            <p:ph type="ftr" sz="quarter" idx="11"/>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4B4F1309-657C-418A-9A8B-219278A7A6FB}"/>
              </a:ext>
            </a:extLst>
          </p:cNvPr>
          <p:cNvSpPr>
            <a:spLocks noGrp="1"/>
          </p:cNvSpPr>
          <p:nvPr>
            <p:ph type="sldNum" sz="quarter" idx="12"/>
          </p:nvPr>
        </p:nvSpPr>
        <p:spPr/>
        <p:txBody>
          <a:bodyPr/>
          <a:lstStyle/>
          <a:p>
            <a:fld id="{A930EF64-91C9-4EBD-82F9-3643AB15A28C}" type="slidenum">
              <a:rPr lang="en-US" noProof="0" smtClean="0"/>
              <a:pPr/>
              <a:t>‹#›</a:t>
            </a:fld>
            <a:endParaRPr lang="en-US" noProof="0"/>
          </a:p>
        </p:txBody>
      </p:sp>
      <p:sp>
        <p:nvSpPr>
          <p:cNvPr id="3" name="Text Placeholder">
            <a:extLst>
              <a:ext uri="{FF2B5EF4-FFF2-40B4-BE49-F238E27FC236}">
                <a16:creationId xmlns:a16="http://schemas.microsoft.com/office/drawing/2014/main" id="{BEB3C114-D938-41BB-B3A2-9312262D642E}"/>
              </a:ext>
            </a:extLst>
          </p:cNvPr>
          <p:cNvSpPr>
            <a:spLocks noGrp="1"/>
          </p:cNvSpPr>
          <p:nvPr>
            <p:ph type="body" sz="quarter" idx="10" hasCustomPrompt="1"/>
          </p:nvPr>
        </p:nvSpPr>
        <p:spPr>
          <a:xfrm>
            <a:off x="0" y="1089025"/>
            <a:ext cx="6098400" cy="5772150"/>
          </a:xfrm>
          <a:solidFill>
            <a:schemeClr val="bg1">
              <a:alpha val="75000"/>
            </a:schemeClr>
          </a:solidFill>
        </p:spPr>
        <p:txBody>
          <a:bodyPr/>
          <a:lstStyle>
            <a:lvl1pPr>
              <a:defRPr/>
            </a:lvl1pPr>
          </a:lstStyle>
          <a:p>
            <a:pPr lvl="0"/>
            <a:r>
              <a:rPr lang="en-US" noProof="0"/>
              <a:t>Speaker name </a:t>
            </a:r>
            <a:br>
              <a:rPr lang="en-US" noProof="0"/>
            </a:br>
            <a:r>
              <a:rPr lang="en-US" noProof="0"/>
              <a:t>Department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a:extLst>
              <a:ext uri="{FF2B5EF4-FFF2-40B4-BE49-F238E27FC236}">
                <a16:creationId xmlns:a16="http://schemas.microsoft.com/office/drawing/2014/main" id="{1BEF4B5F-8F3C-41F6-887A-1CA15C7A5BC9}"/>
              </a:ext>
            </a:extLst>
          </p:cNvPr>
          <p:cNvSpPr>
            <a:spLocks noGrp="1"/>
          </p:cNvSpPr>
          <p:nvPr>
            <p:ph type="title" hasCustomPrompt="1"/>
          </p:nvPr>
        </p:nvSpPr>
        <p:spPr/>
        <p:txBody>
          <a:bodyPr/>
          <a:lstStyle/>
          <a:p>
            <a:r>
              <a:rPr lang="en-US" noProof="0" dirty="0"/>
              <a:t>Click to add title</a:t>
            </a:r>
          </a:p>
        </p:txBody>
      </p:sp>
    </p:spTree>
    <p:extLst>
      <p:ext uri="{BB962C8B-B14F-4D97-AF65-F5344CB8AC3E}">
        <p14:creationId xmlns:p14="http://schemas.microsoft.com/office/powerpoint/2010/main" val="143234255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for Speaker – Version 2">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3B0A109D-E349-898C-3870-A23E837EA217}"/>
              </a:ext>
            </a:extLst>
          </p:cNvPr>
          <p:cNvSpPr/>
          <p:nvPr userDrawn="1"/>
        </p:nvSpPr>
        <p:spPr>
          <a:xfrm>
            <a:off x="6097200" y="0"/>
            <a:ext cx="609480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dirty="0">
              <a:solidFill>
                <a:schemeClr val="tx1"/>
              </a:solidFill>
              <a:latin typeface="+mj-lt"/>
              <a:ea typeface="+mn-ea"/>
              <a:cs typeface="Arial" pitchFamily="34" charset="0"/>
            </a:endParaRPr>
          </a:p>
        </p:txBody>
      </p:sp>
      <p:sp>
        <p:nvSpPr>
          <p:cNvPr id="3" name="Footer Placeholder">
            <a:extLst>
              <a:ext uri="{FF2B5EF4-FFF2-40B4-BE49-F238E27FC236}">
                <a16:creationId xmlns:a16="http://schemas.microsoft.com/office/drawing/2014/main" id="{F4598583-8674-490B-B814-FBA89FE47BBF}"/>
              </a:ext>
            </a:extLst>
          </p:cNvPr>
          <p:cNvSpPr>
            <a:spLocks noGrp="1"/>
          </p:cNvSpPr>
          <p:nvPr>
            <p:ph type="ftr" sz="quarter" idx="10"/>
          </p:nvPr>
        </p:nvSpPr>
        <p:spPr/>
        <p:txBody>
          <a:bodyPr/>
          <a:lstStyle/>
          <a:p>
            <a:r>
              <a:rPr lang="en-US" noProof="0"/>
              <a:t>Footer text</a:t>
            </a:r>
          </a:p>
        </p:txBody>
      </p:sp>
      <p:sp>
        <p:nvSpPr>
          <p:cNvPr id="6" name="Slide Number Placeholder">
            <a:extLst>
              <a:ext uri="{FF2B5EF4-FFF2-40B4-BE49-F238E27FC236}">
                <a16:creationId xmlns:a16="http://schemas.microsoft.com/office/drawing/2014/main" id="{6CDA0863-F8FA-4A9D-A308-28CFF0D552BF}"/>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342900" marR="0" lvl="0" indent="-34290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marL="0" indent="0">
              <a:buFont typeface="Arial" panose="020B0604020202020204" pitchFamily="34" charset="0"/>
              <a:buNone/>
              <a:defRPr lang="en-US" noProof="0" dirty="0"/>
            </a:lvl1pPr>
          </a:lstStyle>
          <a:p>
            <a:pPr lvl="0"/>
            <a:r>
              <a:rPr lang="en-US" noProof="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sp>
        <p:nvSpPr>
          <p:cNvPr id="9" name="Bildplatzhalter 8">
            <a:extLst>
              <a:ext uri="{FF2B5EF4-FFF2-40B4-BE49-F238E27FC236}">
                <a16:creationId xmlns:a16="http://schemas.microsoft.com/office/drawing/2014/main" id="{7BB408B2-8A2E-E24C-2AB4-F914BA28FF4D}"/>
              </a:ext>
            </a:extLst>
          </p:cNvPr>
          <p:cNvSpPr>
            <a:spLocks noGrp="1"/>
          </p:cNvSpPr>
          <p:nvPr>
            <p:ph type="pic" sz="quarter" idx="12" hasCustomPrompt="1"/>
          </p:nvPr>
        </p:nvSpPr>
        <p:spPr>
          <a:xfrm>
            <a:off x="6097200" y="0"/>
            <a:ext cx="6094800" cy="6858000"/>
          </a:xfrm>
        </p:spPr>
        <p:txBody>
          <a:bodyPr/>
          <a:lstStyle>
            <a:lvl1pPr marL="0" indent="0">
              <a:buNone/>
              <a:defRPr/>
            </a:lvl1pPr>
          </a:lstStyle>
          <a:p>
            <a:r>
              <a:rPr lang="en-US" noProof="0" dirty="0"/>
              <a:t>Click on symbol to add picture</a:t>
            </a:r>
          </a:p>
        </p:txBody>
      </p:sp>
    </p:spTree>
    <p:extLst>
      <p:ext uri="{BB962C8B-B14F-4D97-AF65-F5344CB8AC3E}">
        <p14:creationId xmlns:p14="http://schemas.microsoft.com/office/powerpoint/2010/main" val="176259228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1A7223DA-1D3F-4531-BEC2-1CB60D927375}"/>
              </a:ext>
            </a:extLst>
          </p:cNvPr>
          <p:cNvSpPr>
            <a:spLocks noGrp="1"/>
          </p:cNvSpPr>
          <p:nvPr>
            <p:ph type="ftr" sz="quarter" idx="16"/>
          </p:nvPr>
        </p:nvSpPr>
        <p:spPr/>
        <p:txBody>
          <a:bodyPr/>
          <a:lstStyle/>
          <a:p>
            <a:r>
              <a:rPr lang="en-US" noProof="0"/>
              <a:t>Footer text</a:t>
            </a:r>
          </a:p>
        </p:txBody>
      </p:sp>
      <p:sp>
        <p:nvSpPr>
          <p:cNvPr id="9" name="Slide Number Placeholder">
            <a:extLst>
              <a:ext uri="{FF2B5EF4-FFF2-40B4-BE49-F238E27FC236}">
                <a16:creationId xmlns:a16="http://schemas.microsoft.com/office/drawing/2014/main" id="{22D552AE-634D-49AB-8A75-90A3811E881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5"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baseline="0"/>
            </a:lvl1pPr>
            <a:lvl2pPr marL="982800" indent="-270000">
              <a:defRPr/>
            </a:lvl2pPr>
            <a:lvl3pPr marL="1342800" indent="-266400">
              <a:buFont typeface="Symbol" panose="05050102010706020507" pitchFamily="18" charset="2"/>
              <a:buChar char="-"/>
              <a:defRPr/>
            </a:lvl3pPr>
            <a:lvl4pPr marL="1699200" indent="-266400">
              <a:defRPr/>
            </a:lvl4pPr>
            <a:lvl5pPr marL="2059200" indent="-266700">
              <a:defRPr/>
            </a:lvl5pPr>
          </a:lstStyle>
          <a:p>
            <a:pPr lvl="0"/>
            <a:r>
              <a:rPr lang="en-US" noProof="0"/>
              <a:t>Click to add chapter (active chapter in bold)</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le"/>
          <p:cNvSpPr>
            <a:spLocks noGrp="1"/>
          </p:cNvSpPr>
          <p:nvPr>
            <p:ph type="title" hasCustomPrompt="1"/>
          </p:nvPr>
        </p:nvSpPr>
        <p:spPr/>
        <p:txBody>
          <a:bodyPr/>
          <a:lstStyle/>
          <a:p>
            <a:r>
              <a:rPr lang="en-US" noProof="0"/>
              <a:t>Click to add contents</a:t>
            </a:r>
          </a:p>
        </p:txBody>
      </p:sp>
    </p:spTree>
    <p:extLst>
      <p:ext uri="{BB962C8B-B14F-4D97-AF65-F5344CB8AC3E}">
        <p14:creationId xmlns:p14="http://schemas.microsoft.com/office/powerpoint/2010/main" val="1651048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9F4DFDF0-0B44-48E7-B482-FA214B6813AE}"/>
              </a:ext>
            </a:extLst>
          </p:cNvPr>
          <p:cNvSpPr>
            <a:spLocks noGrp="1"/>
          </p:cNvSpPr>
          <p:nvPr>
            <p:ph type="ftr" sz="quarter" idx="16"/>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515C8023-6CA7-4538-BC5A-F44602780247}"/>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8"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noProof="0" dirty="0" smtClean="0"/>
            </a:lvl1pPr>
            <a:lvl2pPr>
              <a:defRPr lang="en-US" noProof="0" dirty="0" smtClean="0"/>
            </a:lvl2pPr>
            <a:lvl3pPr>
              <a:defRPr lang="en-US" noProof="0" dirty="0" smtClean="0"/>
            </a:lvl3pPr>
            <a:lvl4pPr>
              <a:defRPr lang="en-US" noProof="0" dirty="0" smtClean="0"/>
            </a:lvl4pPr>
            <a:lvl5pPr>
              <a:defRPr lang="en-US" noProof="0" dirty="0" smtClean="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527220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3 text + 2 pictures">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6484DE6C-01C4-4549-8868-BC91980DA1B8}"/>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47B61BDE-5EB2-439B-87EA-3291DABA7078}"/>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8136000" y="3981600"/>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8136000" y="1090799"/>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dirty="0"/>
              <a:t>Click on symbol to add picture</a:t>
            </a:r>
          </a:p>
        </p:txBody>
      </p:sp>
      <p:sp>
        <p:nvSpPr>
          <p:cNvPr id="6" name="Text Placeholder"/>
          <p:cNvSpPr>
            <a:spLocks noGrp="1"/>
          </p:cNvSpPr>
          <p:nvPr>
            <p:ph type="body" sz="quarter" idx="15" hasCustomPrompt="1"/>
          </p:nvPr>
        </p:nvSpPr>
        <p:spPr bwMode="gray">
          <a:xfrm>
            <a:off x="2" y="1090799"/>
            <a:ext cx="813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8"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39533410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 text + 1 halfsize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99F85A85-2456-4567-AD94-8845D76D276C}"/>
              </a:ext>
            </a:extLst>
          </p:cNvPr>
          <p:cNvSpPr>
            <a:spLocks noGrp="1"/>
          </p:cNvSpPr>
          <p:nvPr>
            <p:ph type="ftr" sz="quarter" idx="16"/>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CDB31999-ACD1-4446-88FC-073D53B8E87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45138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 text + 1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5192BE08-D7FF-416E-BE68-DD5FA8DD6D56}"/>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27640755-13F0-423E-A8D5-986F786D5482}"/>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4321414"/>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586413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 text + 2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88D676BE-C49F-4CF3-A83C-582B2EB62ECB}"/>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9757859A-C6FD-456E-AD04-51BA82F9F30A}"/>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6098400" y="1090799"/>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4" name="Title"/>
          <p:cNvSpPr>
            <a:spLocks noGrp="1"/>
          </p:cNvSpPr>
          <p:nvPr>
            <p:ph type="title" hasCustomPrompt="1"/>
          </p:nvPr>
        </p:nvSpPr>
        <p:spPr>
          <a:xfrm>
            <a:off x="0" y="450001"/>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0518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text + 3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0F761C-97E7-4B2C-A6DB-271C198DEA62}"/>
              </a:ext>
            </a:extLst>
          </p:cNvPr>
          <p:cNvSpPr>
            <a:spLocks noGrp="1"/>
          </p:cNvSpPr>
          <p:nvPr>
            <p:ph type="ftr" sz="quarter" idx="18"/>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C418DBE4-B032-4AE5-9085-D2385C26C94D}"/>
              </a:ext>
            </a:extLst>
          </p:cNvPr>
          <p:cNvSpPr>
            <a:spLocks noGrp="1"/>
          </p:cNvSpPr>
          <p:nvPr>
            <p:ph type="sldNum" sz="quarter" idx="19"/>
          </p:nvPr>
        </p:nvSpPr>
        <p:spPr/>
        <p:txBody>
          <a:bodyPr/>
          <a:lstStyle/>
          <a:p>
            <a:fld id="{A930EF64-91C9-4EBD-82F9-3643AB15A28C}" type="slidenum">
              <a:rPr lang="en-US" noProof="0" smtClean="0"/>
              <a:pPr/>
              <a:t>‹#›</a:t>
            </a:fld>
            <a:endParaRPr lang="en-US" noProof="0"/>
          </a:p>
        </p:txBody>
      </p:sp>
      <p:sp>
        <p:nvSpPr>
          <p:cNvPr id="10" name="Picture Placeholder 3"/>
          <p:cNvSpPr>
            <a:spLocks noGrp="1"/>
          </p:cNvSpPr>
          <p:nvPr>
            <p:ph type="pic" sz="quarter" idx="17" hasCustomPrompt="1"/>
          </p:nvPr>
        </p:nvSpPr>
        <p:spPr bwMode="gray">
          <a:xfrm>
            <a:off x="9151200" y="3981600"/>
            <a:ext cx="3045600" cy="2883600"/>
          </a:xfr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p:txBody>
      </p:sp>
      <p:sp>
        <p:nvSpPr>
          <p:cNvPr id="3" name="Picture Placeholder 2"/>
          <p:cNvSpPr>
            <a:spLocks noGrp="1"/>
          </p:cNvSpPr>
          <p:nvPr>
            <p:ph type="pic" sz="quarter" idx="16" hasCustomPrompt="1"/>
          </p:nvPr>
        </p:nvSpPr>
        <p:spPr bwMode="gray">
          <a:xfrm>
            <a:off x="6098400" y="3981600"/>
            <a:ext cx="3045600" cy="2883600"/>
          </a:xfrm>
          <a:ln w="6350">
            <a:solidFill>
              <a:schemeClr val="bg1">
                <a:lumMod val="95000"/>
              </a:schemeClr>
            </a:solidFill>
            <a:miter lim="800000"/>
          </a:ln>
        </p:spPr>
        <p:txBody>
          <a:bodyPr/>
          <a:lstStyle>
            <a:lvl1pPr marL="0" indent="0">
              <a:buNone/>
              <a:defRPr/>
            </a:lvl1pPr>
          </a:lstStyle>
          <a:p>
            <a:r>
              <a:rPr lang="en-US" noProof="0" dirty="0"/>
              <a:t>Click on symbol to add picture</a:t>
            </a:r>
          </a:p>
        </p:txBody>
      </p:sp>
      <p:sp>
        <p:nvSpPr>
          <p:cNvPr id="4" name="Picture Placeholder 1"/>
          <p:cNvSpPr>
            <a:spLocks noGrp="1"/>
          </p:cNvSpPr>
          <p:nvPr>
            <p:ph type="pic" sz="quarter" idx="14"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7806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 3 small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4221ECB-122E-407B-9764-357AD2433556}"/>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3209F383-5AD8-4BEC-863A-2D72A7D3951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6" name="Picture Placeholder 3">
            <a:extLst>
              <a:ext uri="{FF2B5EF4-FFF2-40B4-BE49-F238E27FC236}">
                <a16:creationId xmlns:a16="http://schemas.microsoft.com/office/drawing/2014/main" id="{B7155D95-8CF2-4871-9E93-C5776EC6AEFD}"/>
              </a:ext>
            </a:extLst>
          </p:cNvPr>
          <p:cNvSpPr>
            <a:spLocks noGrp="1"/>
          </p:cNvSpPr>
          <p:nvPr>
            <p:ph type="pic" sz="quarter" idx="22"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5" name="Picture Placeholder 2">
            <a:extLst>
              <a:ext uri="{FF2B5EF4-FFF2-40B4-BE49-F238E27FC236}">
                <a16:creationId xmlns:a16="http://schemas.microsoft.com/office/drawing/2014/main" id="{6FFFBCA8-1957-4710-B7E3-26115B999CE2}"/>
              </a:ext>
            </a:extLst>
          </p:cNvPr>
          <p:cNvSpPr>
            <a:spLocks noGrp="1"/>
          </p:cNvSpPr>
          <p:nvPr>
            <p:ph type="pic" sz="quarter" idx="18"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a:extLst>
              <a:ext uri="{FF2B5EF4-FFF2-40B4-BE49-F238E27FC236}">
                <a16:creationId xmlns:a16="http://schemas.microsoft.com/office/drawing/2014/main" id="{E6E47F99-2029-4182-9703-E617B8F0F221}"/>
              </a:ext>
            </a:extLst>
          </p:cNvPr>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6"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0"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7351559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screen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E53EAF44-3DBF-4702-A59C-62B56C67E84C}"/>
              </a:ext>
            </a:extLst>
          </p:cNvPr>
          <p:cNvSpPr>
            <a:spLocks noGrp="1"/>
          </p:cNvSpPr>
          <p:nvPr>
            <p:ph type="ftr" sz="quarter" idx="15"/>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71EA1DDB-97CD-49FA-ADFD-D8BE9D94A264}"/>
              </a:ext>
            </a:extLst>
          </p:cNvPr>
          <p:cNvSpPr>
            <a:spLocks noGrp="1"/>
          </p:cNvSpPr>
          <p:nvPr>
            <p:ph type="sldNum" sz="quarter" idx="16"/>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685143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screen picture with text overlay">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3CF061-CE3B-477C-BF53-46C74855204B}"/>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4033E844-A321-496B-BCE0-305FF3755D7E}"/>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baseline="0"/>
            </a:lvl1pPr>
          </a:lstStyle>
          <a:p>
            <a:pPr lvl="0"/>
            <a:r>
              <a:rPr lang="en-US" noProof="0"/>
              <a:t>Click to edit text</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97367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lication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A0D634CA-AF9C-4B0E-B84B-2BE960996021}"/>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C2FED48F-6577-44F0-BAAE-6D7A8C662C25}"/>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0" name="Picture Placeholder 1"/>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5"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8"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9"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sz="1800" baseline="0"/>
            </a:lvl1pPr>
            <a:lvl2pPr marL="360362" indent="0">
              <a:buNone/>
              <a:defRPr/>
            </a:lvl2pPr>
          </a:lstStyle>
          <a:p>
            <a:pPr lvl="0"/>
            <a:r>
              <a:rPr lang="en-US" noProof="0" dirty="0"/>
              <a:t>Click to edit text </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383884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xternal graphics with sourc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82A5F8D-3649-45B4-8E98-726A38D577FF}"/>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F10BE100-9EF6-469D-B237-64DA3A3E339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16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1" name="Text Placeholder"/>
          <p:cNvSpPr>
            <a:spLocks noGrp="1"/>
          </p:cNvSpPr>
          <p:nvPr>
            <p:ph type="body" sz="quarter" idx="15" hasCustomPrompt="1"/>
          </p:nvPr>
        </p:nvSpPr>
        <p:spPr bwMode="gray">
          <a:xfrm rot="16200000">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r>
              <a:rPr lang="en-US" noProof="0"/>
              <a:t>Click here to edit source</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5116482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creenshot with description">
    <p:spTree>
      <p:nvGrpSpPr>
        <p:cNvPr id="1" name=""/>
        <p:cNvGrpSpPr/>
        <p:nvPr/>
      </p:nvGrpSpPr>
      <p:grpSpPr>
        <a:xfrm>
          <a:off x="0" y="0"/>
          <a:ext cx="0" cy="0"/>
          <a:chOff x="0" y="0"/>
          <a:chExt cx="0" cy="0"/>
        </a:xfrm>
      </p:grpSpPr>
      <p:sp>
        <p:nvSpPr>
          <p:cNvPr id="13"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r>
              <a:rPr lang="en-US" noProof="0"/>
              <a:t>Click on symbol to add picture</a:t>
            </a:r>
          </a:p>
        </p:txBody>
      </p:sp>
      <p:sp>
        <p:nvSpPr>
          <p:cNvPr id="2" name="Footer Placeholder">
            <a:extLst>
              <a:ext uri="{FF2B5EF4-FFF2-40B4-BE49-F238E27FC236}">
                <a16:creationId xmlns:a16="http://schemas.microsoft.com/office/drawing/2014/main" id="{63CA297C-D9EC-49EA-B20C-E781D32F0224}"/>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BFB16F39-1614-43D4-8F87-1F37EB349457}"/>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r>
              <a:rPr lang="en-US" noProof="0"/>
              <a:t>Click to add text</a:t>
            </a:r>
          </a:p>
          <a:p>
            <a:pPr lvl="1"/>
            <a:r>
              <a:rPr lang="en-US" noProof="0"/>
              <a:t>Second level</a:t>
            </a:r>
          </a:p>
          <a:p>
            <a:pPr lvl="0"/>
            <a:endParaRPr lang="en-US" noProof="0"/>
          </a:p>
        </p:txBody>
      </p:sp>
      <p:sp>
        <p:nvSpPr>
          <p:cNvPr id="5" name="Title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1857753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AF9FEAD5-3A95-43C7-B7DB-35A714945450}"/>
              </a:ext>
            </a:extLst>
          </p:cNvPr>
          <p:cNvSpPr>
            <a:spLocks noGrp="1"/>
          </p:cNvSpPr>
          <p:nvPr>
            <p:ph type="ftr" sz="quarter" idx="12"/>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2CCCD6F8-28B9-4BC0-A6CF-1354A6BBF0EA}"/>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Picture Placeholder 2"/>
          <p:cNvSpPr>
            <a:spLocks noGrp="1"/>
          </p:cNvSpPr>
          <p:nvPr>
            <p:ph type="pic" sz="quarter" idx="11"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5" name="Picture Placeholder 1"/>
          <p:cNvSpPr>
            <a:spLocks noGrp="1"/>
          </p:cNvSpPr>
          <p:nvPr>
            <p:ph type="pic" sz="quarter" idx="10" hasCustomPrompt="1"/>
          </p:nvPr>
        </p:nvSpPr>
        <p:spPr bwMode="gray">
          <a:xfrm>
            <a:off x="-72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4541835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9209FD55-FA07-444B-A15E-1DF999425FDD}"/>
              </a:ext>
            </a:extLst>
          </p:cNvPr>
          <p:cNvSpPr>
            <a:spLocks noGrp="1"/>
          </p:cNvSpPr>
          <p:nvPr>
            <p:ph type="ftr" sz="quarter" idx="14"/>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A3C92518-CBDC-4A28-AD37-4D9787D4DC5E}"/>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11" name="Picture Placeholder 4"/>
          <p:cNvSpPr>
            <a:spLocks noGrp="1"/>
          </p:cNvSpPr>
          <p:nvPr>
            <p:ph type="pic" sz="quarter" idx="13"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0" name="Picture Placeholder 3"/>
          <p:cNvSpPr>
            <a:spLocks noGrp="1"/>
          </p:cNvSpPr>
          <p:nvPr>
            <p:ph type="pic" sz="quarter" idx="12" hasCustomPrompt="1"/>
          </p:nvPr>
        </p:nvSpPr>
        <p:spPr bwMode="gray">
          <a:xfrm>
            <a:off x="-72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9" name="Picture Placeholder 2"/>
          <p:cNvSpPr>
            <a:spLocks noGrp="1"/>
          </p:cNvSpPr>
          <p:nvPr>
            <p:ph type="pic" sz="quarter" idx="11"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7" name="Picture Placeholder 1"/>
          <p:cNvSpPr>
            <a:spLocks noGrp="1"/>
          </p:cNvSpPr>
          <p:nvPr>
            <p:ph type="pic" sz="quarter" idx="10" hasCustomPrompt="1"/>
          </p:nvPr>
        </p:nvSpPr>
        <p:spPr bwMode="gray">
          <a:xfrm>
            <a:off x="-72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9181446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010A4CBC-CA71-4748-BD7B-CA5DBB0A480A}"/>
              </a:ext>
            </a:extLst>
          </p:cNvPr>
          <p:cNvSpPr>
            <a:spLocks noGrp="1"/>
          </p:cNvSpPr>
          <p:nvPr>
            <p:ph type="ftr" sz="quarter" idx="16"/>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B9452A79-03F3-4ADC-BA22-73980563DB6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6"/>
          <p:cNvSpPr>
            <a:spLocks noGrp="1"/>
          </p:cNvSpPr>
          <p:nvPr>
            <p:ph type="pic" sz="quarter" idx="15" hasCustomPrompt="1"/>
          </p:nvPr>
        </p:nvSpPr>
        <p:spPr bwMode="gray">
          <a:xfrm>
            <a:off x="81360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5"/>
          <p:cNvSpPr>
            <a:spLocks noGrp="1"/>
          </p:cNvSpPr>
          <p:nvPr>
            <p:ph type="pic" sz="quarter" idx="14" hasCustomPrompt="1"/>
          </p:nvPr>
        </p:nvSpPr>
        <p:spPr bwMode="gray">
          <a:xfrm>
            <a:off x="4063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4"/>
          <p:cNvSpPr>
            <a:spLocks noGrp="1"/>
          </p:cNvSpPr>
          <p:nvPr>
            <p:ph type="pic" sz="quarter" idx="13" hasCustomPrompt="1"/>
          </p:nvPr>
        </p:nvSpPr>
        <p:spPr bwMode="gray">
          <a:xfrm>
            <a:off x="-7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1" name="Picture Placeholder 3"/>
          <p:cNvSpPr>
            <a:spLocks noGrp="1"/>
          </p:cNvSpPr>
          <p:nvPr>
            <p:ph type="pic" sz="quarter" idx="12" hasCustomPrompt="1"/>
          </p:nvPr>
        </p:nvSpPr>
        <p:spPr bwMode="gray">
          <a:xfrm>
            <a:off x="81360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3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3713630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3B7F431F-6C16-4EAF-9D55-96329CEFBE38}"/>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BE701F0-2D10-4EB7-BFE4-BEEC39397E9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20" name="Picture Placeholder 9"/>
          <p:cNvSpPr>
            <a:spLocks noGrp="1"/>
          </p:cNvSpPr>
          <p:nvPr>
            <p:ph type="pic" sz="quarter" idx="18"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9" name="Picture Placeholder 8"/>
          <p:cNvSpPr>
            <a:spLocks noGrp="1"/>
          </p:cNvSpPr>
          <p:nvPr>
            <p:ph type="pic" sz="quarter" idx="17" hasCustomPrompt="1"/>
          </p:nvPr>
        </p:nvSpPr>
        <p:spPr bwMode="gray">
          <a:xfrm>
            <a:off x="40644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8" name="Picture Placeholder 7"/>
          <p:cNvSpPr>
            <a:spLocks noGrp="1"/>
          </p:cNvSpPr>
          <p:nvPr>
            <p:ph type="pic" sz="quarter" idx="16" hasCustomPrompt="1"/>
          </p:nvPr>
        </p:nvSpPr>
        <p:spPr bwMode="gray">
          <a:xfrm>
            <a:off x="-72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7" name="Picture Placeholder 6"/>
          <p:cNvSpPr>
            <a:spLocks noGrp="1"/>
          </p:cNvSpPr>
          <p:nvPr>
            <p:ph type="pic" sz="quarter" idx="15"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6" name="Picture Placeholder 5"/>
          <p:cNvSpPr>
            <a:spLocks noGrp="1"/>
          </p:cNvSpPr>
          <p:nvPr>
            <p:ph type="pic" sz="quarter" idx="14" hasCustomPrompt="1"/>
          </p:nvPr>
        </p:nvSpPr>
        <p:spPr bwMode="gray">
          <a:xfrm>
            <a:off x="4064400" y="3020400"/>
            <a:ext cx="4065600" cy="19224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5" name="Picture Placeholder 4"/>
          <p:cNvSpPr>
            <a:spLocks noGrp="1"/>
          </p:cNvSpPr>
          <p:nvPr>
            <p:ph type="pic" sz="quarter" idx="13" hasCustomPrompt="1"/>
          </p:nvPr>
        </p:nvSpPr>
        <p:spPr bwMode="gray">
          <a:xfrm>
            <a:off x="-72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4" name="Picture Placeholder 3"/>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3" name="Picture Placeholder 2"/>
          <p:cNvSpPr>
            <a:spLocks noGrp="1"/>
          </p:cNvSpPr>
          <p:nvPr>
            <p:ph type="pic" sz="quarter" idx="11" hasCustomPrompt="1"/>
          </p:nvPr>
        </p:nvSpPr>
        <p:spPr bwMode="gray">
          <a:xfrm>
            <a:off x="40644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9354380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dirty="0">
              <a:solidFill>
                <a:schemeClr val="bg1"/>
              </a:solidFill>
              <a:latin typeface="Arial" pitchFamily="34" charset="0"/>
              <a:cs typeface="Arial" pitchFamily="34" charset="0"/>
            </a:endParaRPr>
          </a:p>
        </p:txBody>
      </p:sp>
      <p:sp>
        <p:nvSpPr>
          <p:cNvPr id="4" name="Footer Placeholder">
            <a:extLst>
              <a:ext uri="{FF2B5EF4-FFF2-40B4-BE49-F238E27FC236}">
                <a16:creationId xmlns:a16="http://schemas.microsoft.com/office/drawing/2014/main" id="{22B7274A-E314-4ED9-80AF-92D22D8B8AB2}"/>
              </a:ext>
            </a:extLst>
          </p:cNvPr>
          <p:cNvSpPr>
            <a:spLocks noGrp="1"/>
          </p:cNvSpPr>
          <p:nvPr>
            <p:ph type="ftr" sz="quarter" idx="18"/>
          </p:nvPr>
        </p:nvSpPr>
        <p:spPr/>
        <p:txBody>
          <a:bodyPr/>
          <a:lstStyle/>
          <a:p>
            <a:r>
              <a:rPr lang="en-US" dirty="0"/>
              <a:t>Footer text</a:t>
            </a:r>
          </a:p>
        </p:txBody>
      </p:sp>
      <p:sp>
        <p:nvSpPr>
          <p:cNvPr id="5" name="Slide Number Placeholder">
            <a:extLst>
              <a:ext uri="{FF2B5EF4-FFF2-40B4-BE49-F238E27FC236}">
                <a16:creationId xmlns:a16="http://schemas.microsoft.com/office/drawing/2014/main" id="{BC03AE38-4298-4D83-888D-DAB5D4938648}"/>
              </a:ext>
            </a:extLst>
          </p:cNvPr>
          <p:cNvSpPr>
            <a:spLocks noGrp="1"/>
          </p:cNvSpPr>
          <p:nvPr>
            <p:ph type="sldNum" sz="quarter" idx="19"/>
          </p:nvPr>
        </p:nvSpPr>
        <p:spPr/>
        <p:txBody>
          <a:bodyPr/>
          <a:lstStyle/>
          <a:p>
            <a:fld id="{A930EF64-91C9-4EBD-82F9-3643AB15A28C}" type="slidenum">
              <a:rPr lang="en-US" smtClean="0"/>
              <a:pPr/>
              <a:t>‹#›</a:t>
            </a:fld>
            <a:endParaRPr lang="en-US" dirty="0"/>
          </a:p>
        </p:txBody>
      </p:sp>
      <p:sp>
        <p:nvSpPr>
          <p:cNvPr id="3"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r>
              <a:rPr lang="en-US" noProof="0" dirty="0"/>
              <a:t>Click on symbol to add v</a:t>
            </a:r>
            <a:r>
              <a:rPr lang="en-US" dirty="0" err="1"/>
              <a:t>ideo</a:t>
            </a:r>
            <a:r>
              <a:rPr lang="en-US" dirty="0"/>
              <a:t> in 16:9 </a:t>
            </a:r>
            <a:r>
              <a:rPr lang="en-US" dirty="0" err="1"/>
              <a:t>format</a:t>
            </a:r>
            <a:endParaRPr lang="en-US" dirty="0"/>
          </a:p>
        </p:txBody>
      </p:sp>
    </p:spTree>
    <p:extLst>
      <p:ext uri="{BB962C8B-B14F-4D97-AF65-F5344CB8AC3E}">
        <p14:creationId xmlns:p14="http://schemas.microsoft.com/office/powerpoint/2010/main" val="2105187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phics">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6D1787AB-6D34-4497-8839-CEB0A1A22779}"/>
              </a:ext>
            </a:extLst>
          </p:cNvPr>
          <p:cNvSpPr>
            <a:spLocks noGrp="1"/>
          </p:cNvSpPr>
          <p:nvPr>
            <p:ph type="ftr" sz="quarter" idx="14"/>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A3BAD292-9C8A-4178-A096-3F282FE0B149}"/>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panose="05000000000000000000" pitchFamily="2" charset="2"/>
              <a:buNone/>
              <a:defRPr/>
            </a:lvl1pPr>
          </a:lstStyle>
          <a:p>
            <a:r>
              <a:rPr lang="en-US" noProof="0"/>
              <a:t>Click on symbol to add diagram/chart</a:t>
            </a:r>
          </a:p>
        </p:txBody>
      </p:sp>
      <p:sp>
        <p:nvSpPr>
          <p:cNvPr id="2" name="Title">
            <a:extLst>
              <a:ext uri="{FF2B5EF4-FFF2-40B4-BE49-F238E27FC236}">
                <a16:creationId xmlns:a16="http://schemas.microsoft.com/office/drawing/2014/main" id="{4875A038-76B6-4E5E-9461-7B75B0E9323F}"/>
              </a:ext>
            </a:extLst>
          </p:cNvPr>
          <p:cNvSpPr>
            <a:spLocks noGrp="1"/>
          </p:cNvSpPr>
          <p:nvPr>
            <p:ph type="title" hasCustomPrompt="1"/>
          </p:nvPr>
        </p:nvSpPr>
        <p:spPr/>
        <p:txBody>
          <a:bodyPr/>
          <a:lstStyle>
            <a:lvl1pPr>
              <a:defRPr/>
            </a:lvl1pPr>
          </a:lstStyle>
          <a:p>
            <a:r>
              <a:rPr lang="en-US" noProof="0"/>
              <a:t>Click to add title</a:t>
            </a:r>
          </a:p>
        </p:txBody>
      </p:sp>
    </p:spTree>
    <p:extLst>
      <p:ext uri="{BB962C8B-B14F-4D97-AF65-F5344CB8AC3E}">
        <p14:creationId xmlns:p14="http://schemas.microsoft.com/office/powerpoint/2010/main" val="31885754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40FB082D-0528-4AB0-982F-BB0D654F93F6}"/>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263F52BA-04FF-44FB-AFBA-C472EAF2E03C}"/>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5" name="Table Placeholder">
            <a:extLst>
              <a:ext uri="{FF2B5EF4-FFF2-40B4-BE49-F238E27FC236}">
                <a16:creationId xmlns:a16="http://schemas.microsoft.com/office/drawing/2014/main" id="{67524011-23C3-4303-A154-1A435121F38C}"/>
              </a:ext>
            </a:extLst>
          </p:cNvPr>
          <p:cNvSpPr>
            <a:spLocks noGrp="1"/>
          </p:cNvSpPr>
          <p:nvPr>
            <p:ph type="tbl" sz="quarter" idx="16" hasCustomPrompt="1"/>
          </p:nvPr>
        </p:nvSpPr>
        <p:spPr>
          <a:xfrm>
            <a:off x="0" y="1108800"/>
            <a:ext cx="12200400" cy="5752800"/>
          </a:xfrm>
        </p:spPr>
        <p:txBody>
          <a:bodyPr/>
          <a:lstStyle>
            <a:lvl1pPr marL="0" indent="0">
              <a:buNone/>
              <a:defRPr/>
            </a:lvl1pPr>
          </a:lstStyle>
          <a:p>
            <a:r>
              <a:rPr lang="en-US" noProof="0"/>
              <a:t>Click on symbol to add table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6722247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marL="0" lvl="0"/>
            <a:r>
              <a:rPr lang="en-US" noProof="0"/>
              <a:t>Click to add title</a:t>
            </a:r>
          </a:p>
        </p:txBody>
      </p:sp>
    </p:spTree>
    <p:extLst>
      <p:ext uri="{BB962C8B-B14F-4D97-AF65-F5344CB8AC3E}">
        <p14:creationId xmlns:p14="http://schemas.microsoft.com/office/powerpoint/2010/main" val="12767865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Empty silver-blue ">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pic>
        <p:nvPicPr>
          <p:cNvPr id="2" name="Picture 2">
            <a:extLst>
              <a:ext uri="{FF2B5EF4-FFF2-40B4-BE49-F238E27FC236}">
                <a16:creationId xmlns:a16="http://schemas.microsoft.com/office/drawing/2014/main" id="{3BC4754F-FBBF-564A-F9F1-0EB0D45DFDA2}"/>
              </a:ext>
            </a:extLst>
          </p:cNvPr>
          <p:cNvPicPr>
            <a:picLocks noChangeAspect="1"/>
          </p:cNvPicPr>
          <p:nvPr userDrawn="1"/>
        </p:nvPicPr>
        <p:blipFill>
          <a:blip r:embed="rId2"/>
          <a:stretch>
            <a:fillRect/>
          </a:stretch>
        </p:blipFill>
        <p:spPr>
          <a:xfrm>
            <a:off x="0" y="1089024"/>
            <a:ext cx="12192000" cy="5768975"/>
          </a:xfrm>
          <a:prstGeom prst="rect">
            <a:avLst/>
          </a:prstGeom>
          <a:ln w="6350">
            <a:solidFill>
              <a:schemeClr val="bg1">
                <a:lumMod val="95000"/>
              </a:schemeClr>
            </a:solidFill>
          </a:ln>
        </p:spPr>
      </p:pic>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solidFill>
                  <a:schemeClr val="bg1"/>
                </a:solidFill>
              </a:defRPr>
            </a:lvl1pPr>
          </a:lstStyle>
          <a:p>
            <a:pPr marL="0" lvl="0"/>
            <a:r>
              <a:rPr lang="en-US" noProof="0" dirty="0"/>
              <a:t>Click to add title</a:t>
            </a:r>
          </a:p>
        </p:txBody>
      </p:sp>
    </p:spTree>
    <p:extLst>
      <p:ext uri="{BB962C8B-B14F-4D97-AF65-F5344CB8AC3E}">
        <p14:creationId xmlns:p14="http://schemas.microsoft.com/office/powerpoint/2010/main" val="11353489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act – EN">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0FABAA2E-4E9A-4460-887B-63388ECCD83C}"/>
              </a:ext>
            </a:extLst>
          </p:cNvPr>
          <p:cNvSpPr>
            <a:spLocks noGrp="1"/>
          </p:cNvSpPr>
          <p:nvPr>
            <p:ph type="ftr" sz="quarter" idx="12"/>
          </p:nvPr>
        </p:nvSpPr>
        <p:spPr/>
        <p:txBody>
          <a:bodyPr/>
          <a:lstStyle/>
          <a:p>
            <a:r>
              <a:rPr lang="en-US" noProof="0" dirty="0"/>
              <a:t>Footer text</a:t>
            </a:r>
          </a:p>
        </p:txBody>
      </p:sp>
      <p:sp>
        <p:nvSpPr>
          <p:cNvPr id="3" name="Slide Number Placeholder">
            <a:extLst>
              <a:ext uri="{FF2B5EF4-FFF2-40B4-BE49-F238E27FC236}">
                <a16:creationId xmlns:a16="http://schemas.microsoft.com/office/drawing/2014/main" id="{5272A250-950F-4B10-8016-B1DD44A8958C}"/>
              </a:ext>
            </a:extLst>
          </p:cNvPr>
          <p:cNvSpPr>
            <a:spLocks noGrp="1"/>
          </p:cNvSpPr>
          <p:nvPr>
            <p:ph type="sldNum" sz="quarter" idx="13"/>
          </p:nvPr>
        </p:nvSpPr>
        <p:spPr/>
        <p:txBody>
          <a:bodyPr/>
          <a:lstStyle/>
          <a:p>
            <a:fld id="{A930EF64-91C9-4EBD-82F9-3643AB15A28C}" type="slidenum">
              <a:rPr lang="en-US" noProof="0" smtClean="0"/>
              <a:pPr/>
              <a:t>‹#›</a:t>
            </a:fld>
            <a:endParaRPr lang="en-US" noProof="0" dirty="0"/>
          </a:p>
        </p:txBody>
      </p:sp>
      <p:sp>
        <p:nvSpPr>
          <p:cNvPr id="7" name="Legal Notes"/>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GmbH &amp; Co. KG</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2" name="Date Placeholder"/>
          <p:cNvSpPr>
            <a:spLocks noGrp="1"/>
          </p:cNvSpPr>
          <p:nvPr>
            <p:ph type="body" sz="quarter" idx="11" hasCustomPrompt="1"/>
          </p:nvPr>
        </p:nvSpPr>
        <p:spPr>
          <a:xfrm>
            <a:off x="3255495"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buFont typeface="Wingdings" panose="05000000000000000000" pitchFamily="2" charset="2"/>
              <a:buNone/>
            </a:pPr>
            <a:r>
              <a:rPr lang="en-US" altLang="en-US" sz="1600" noProof="0" dirty="0"/>
              <a:t>Phone:	+49 5246 963-0  </a:t>
            </a:r>
          </a:p>
          <a:p>
            <a:pPr>
              <a:buFont typeface="Wingdings" panose="05000000000000000000" pitchFamily="2" charset="2"/>
              <a:buNone/>
            </a:pPr>
            <a:r>
              <a:rPr lang="en-US" altLang="en-US" sz="1600" noProof="0" dirty="0"/>
              <a:t>E-mail:	info@beckhoff.com </a:t>
            </a:r>
          </a:p>
          <a:p>
            <a:pPr>
              <a:buFont typeface="Wingdings" panose="05000000000000000000" pitchFamily="2" charset="2"/>
              <a:buNone/>
            </a:pPr>
            <a:r>
              <a:rPr lang="en-US" altLang="en-US" sz="1600" noProof="0" dirty="0"/>
              <a:t>Web:	www.beckhoff.com </a:t>
            </a:r>
            <a:r>
              <a:rPr lang="en-US" altLang="en-US" sz="1600" b="1" noProof="0" dirty="0"/>
              <a:t> </a:t>
            </a:r>
          </a:p>
        </p:txBody>
      </p:sp>
      <p:sp>
        <p:nvSpPr>
          <p:cNvPr id="9" name="Address"/>
          <p:cNvSpPr txBox="1"/>
          <p:nvPr userDrawn="1"/>
        </p:nvSpPr>
        <p:spPr>
          <a:xfrm>
            <a:off x="4" y="1090800"/>
            <a:ext cx="6095998"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altLang="en-US" sz="1600" noProof="0" dirty="0"/>
              <a:t>Beckhoff Automation GmbH &amp; Co. KG </a:t>
            </a:r>
            <a:br>
              <a:rPr lang="en-US" altLang="en-US" sz="1600" noProof="0" dirty="0"/>
            </a:br>
            <a:r>
              <a:rPr lang="en-US" altLang="en-US" sz="1600" b="0" noProof="0" dirty="0"/>
              <a:t>Headquarters </a:t>
            </a:r>
            <a:br>
              <a:rPr lang="en-US" altLang="en-US" sz="1600" b="0" noProof="0" dirty="0"/>
            </a:br>
            <a:r>
              <a:rPr lang="en-US" altLang="en-US" sz="1600" b="0" noProof="0" dirty="0"/>
              <a:t>Huelshorstweg 20 </a:t>
            </a:r>
            <a:br>
              <a:rPr lang="en-US" altLang="en-US" sz="1600" b="0" noProof="0" dirty="0"/>
            </a:br>
            <a:r>
              <a:rPr lang="en-US" altLang="en-US" sz="1600" b="0" noProof="0" dirty="0"/>
              <a:t>33415 Verl </a:t>
            </a:r>
            <a:br>
              <a:rPr lang="en-US" altLang="en-US" sz="1600" b="0" noProof="0" dirty="0"/>
            </a:br>
            <a:r>
              <a:rPr lang="en-US" altLang="en-US" sz="1600" b="0" noProof="0" dirty="0"/>
              <a:t>Germany </a:t>
            </a:r>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defPPr>
              <a:defRPr lang="en-US"/>
            </a:defPPr>
            <a:lvl1pPr lvl="0">
              <a:spcBef>
                <a:spcPct val="0"/>
              </a:spcBef>
              <a:buNone/>
              <a:defRPr sz="2200" b="1" baseline="0">
                <a:solidFill>
                  <a:schemeClr val="bg1"/>
                </a:solidFill>
                <a:latin typeface="Arial" pitchFamily="34" charset="0"/>
                <a:ea typeface="+mj-ea"/>
                <a:cs typeface="Arial" pitchFamily="34" charset="0"/>
              </a:defRPr>
            </a:lvl1pPr>
          </a:lstStyle>
          <a:p>
            <a:pPr lvl="0"/>
            <a:r>
              <a:rPr lang="en-US" noProof="0" dirty="0"/>
              <a:t>Contact</a:t>
            </a:r>
          </a:p>
        </p:txBody>
      </p:sp>
    </p:spTree>
    <p:extLst>
      <p:ext uri="{BB962C8B-B14F-4D97-AF65-F5344CB8AC3E}">
        <p14:creationId xmlns:p14="http://schemas.microsoft.com/office/powerpoint/2010/main" val="38510568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act – D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001989"/>
            <a:ext cx="101536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lvl1pPr marL="3175" indent="-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de-DE" sz="1200" noProof="0" dirty="0">
                <a:latin typeface="+mj-lt"/>
              </a:rPr>
              <a:t>© Beckhoff Automation GmbH &amp; Co. KG</a:t>
            </a:r>
          </a:p>
          <a:p>
            <a:endParaRPr lang="de-DE" altLang="de-DE" sz="1200" noProof="0" dirty="0">
              <a:latin typeface="+mj-lt"/>
            </a:endParaRPr>
          </a:p>
          <a:p>
            <a:pPr>
              <a:buFont typeface="Wingdings" panose="05000000000000000000" pitchFamily="2" charset="2"/>
              <a:buNone/>
            </a:pPr>
            <a:r>
              <a:rPr lang="de-DE" altLang="de-DE" sz="1200" noProof="0" dirty="0">
                <a:latin typeface="+mj-lt"/>
              </a:rPr>
              <a:t>Alle Bilder sind urheberrechtlich geschützt. Die Weitergabe und Nutzung durch Dritte ist nicht gestattet.</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sz="1200" b="0" i="0" dirty="0">
                <a:solidFill>
                  <a:srgbClr val="111111"/>
                </a:solidFill>
                <a:effectLst/>
                <a:latin typeface="+mj-lt"/>
              </a:rPr>
              <a:t>Beckhoff</a:t>
            </a:r>
            <a:r>
              <a:rPr lang="de-DE" sz="1200" b="0" i="0" baseline="30000" dirty="0">
                <a:solidFill>
                  <a:srgbClr val="111111"/>
                </a:solidFill>
                <a:effectLst/>
                <a:latin typeface="+mj-lt"/>
              </a:rPr>
              <a:t>®</a:t>
            </a:r>
            <a:r>
              <a:rPr lang="de-DE" sz="1200" b="0" i="0" dirty="0">
                <a:solidFill>
                  <a:srgbClr val="111111"/>
                </a:solidFill>
                <a:effectLst/>
                <a:latin typeface="+mj-lt"/>
              </a:rPr>
              <a:t>, TwinCAT</a:t>
            </a:r>
            <a:r>
              <a:rPr lang="de-DE" sz="1200" b="0" i="0" baseline="30000" dirty="0">
                <a:solidFill>
                  <a:srgbClr val="111111"/>
                </a:solidFill>
                <a:effectLst/>
                <a:latin typeface="+mj-lt"/>
              </a:rPr>
              <a:t>®</a:t>
            </a:r>
            <a:r>
              <a:rPr lang="de-DE" sz="1200" b="0" i="0" dirty="0">
                <a:solidFill>
                  <a:srgbClr val="111111"/>
                </a:solidFill>
                <a:effectLst/>
                <a:latin typeface="+mj-lt"/>
              </a:rPr>
              <a:t>, TwinCAT/BSD</a:t>
            </a:r>
            <a:r>
              <a:rPr lang="de-DE" sz="1200" b="0" i="0" baseline="30000" dirty="0">
                <a:solidFill>
                  <a:srgbClr val="111111"/>
                </a:solidFill>
                <a:effectLst/>
                <a:latin typeface="+mj-lt"/>
              </a:rPr>
              <a:t>®</a:t>
            </a:r>
            <a:r>
              <a:rPr lang="de-DE" sz="1200" b="0" i="0" dirty="0">
                <a:solidFill>
                  <a:srgbClr val="111111"/>
                </a:solidFill>
                <a:effectLst/>
                <a:latin typeface="+mj-lt"/>
              </a:rPr>
              <a:t>, TC/BSD</a:t>
            </a:r>
            <a:r>
              <a:rPr lang="de-DE" sz="1200" b="0" i="0" baseline="30000" dirty="0">
                <a:solidFill>
                  <a:srgbClr val="111111"/>
                </a:solidFill>
                <a:effectLst/>
                <a:latin typeface="+mj-lt"/>
              </a:rPr>
              <a:t>®</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EtherCAT G</a:t>
            </a:r>
            <a:r>
              <a:rPr lang="de-DE" sz="1200" b="0" i="0" baseline="30000" dirty="0">
                <a:solidFill>
                  <a:srgbClr val="111111"/>
                </a:solidFill>
                <a:effectLst/>
                <a:latin typeface="+mj-lt"/>
              </a:rPr>
              <a:t>®</a:t>
            </a:r>
            <a:r>
              <a:rPr lang="de-DE" sz="1200" b="0" i="0" dirty="0">
                <a:solidFill>
                  <a:srgbClr val="111111"/>
                </a:solidFill>
                <a:effectLst/>
                <a:latin typeface="+mj-lt"/>
              </a:rPr>
              <a:t>, EtherCAT G10</a:t>
            </a:r>
            <a:r>
              <a:rPr lang="de-DE" sz="1200" b="0" i="0" baseline="30000" dirty="0">
                <a:solidFill>
                  <a:srgbClr val="111111"/>
                </a:solidFill>
                <a:effectLst/>
                <a:latin typeface="+mj-lt"/>
              </a:rPr>
              <a:t>®</a:t>
            </a:r>
            <a:r>
              <a:rPr lang="de-DE" sz="1200" b="0" i="0" dirty="0">
                <a:solidFill>
                  <a:srgbClr val="111111"/>
                </a:solidFill>
                <a:effectLst/>
                <a:latin typeface="+mj-lt"/>
              </a:rPr>
              <a:t>, EtherCAT P</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Safety</a:t>
            </a:r>
            <a:r>
              <a:rPr lang="de-DE" sz="1200" b="0" i="0" dirty="0">
                <a:solidFill>
                  <a:srgbClr val="111111"/>
                </a:solidFill>
                <a:effectLst/>
                <a:latin typeface="+mj-lt"/>
              </a:rPr>
              <a:t> </a:t>
            </a:r>
            <a:r>
              <a:rPr lang="de-DE" sz="1200" b="0" i="0" dirty="0" err="1">
                <a:solidFill>
                  <a:srgbClr val="111111"/>
                </a:solidFill>
                <a:effectLst/>
                <a:latin typeface="+mj-lt"/>
              </a:rPr>
              <a:t>over</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TwinSAFE</a:t>
            </a:r>
            <a:r>
              <a:rPr lang="de-DE" sz="1200" b="0" i="0" baseline="30000" dirty="0">
                <a:solidFill>
                  <a:srgbClr val="111111"/>
                </a:solidFill>
                <a:effectLst/>
                <a:latin typeface="+mj-lt"/>
              </a:rPr>
              <a:t>®</a:t>
            </a:r>
            <a:r>
              <a:rPr lang="de-DE" sz="1200" b="0" i="0" dirty="0">
                <a:solidFill>
                  <a:srgbClr val="111111"/>
                </a:solidFill>
                <a:effectLst/>
                <a:latin typeface="+mj-lt"/>
              </a:rPr>
              <a:t>, XFC</a:t>
            </a:r>
            <a:r>
              <a:rPr lang="de-DE" sz="1200" b="0" i="0" baseline="30000" dirty="0">
                <a:solidFill>
                  <a:srgbClr val="111111"/>
                </a:solidFill>
                <a:effectLst/>
                <a:latin typeface="+mj-lt"/>
              </a:rPr>
              <a:t>®</a:t>
            </a:r>
            <a:r>
              <a:rPr lang="de-DE" sz="1200" b="0" i="0" dirty="0">
                <a:solidFill>
                  <a:srgbClr val="111111"/>
                </a:solidFill>
                <a:effectLst/>
                <a:latin typeface="+mj-lt"/>
              </a:rPr>
              <a:t>, XTS</a:t>
            </a:r>
            <a:r>
              <a:rPr lang="de-DE" sz="1200" b="0" i="0" baseline="30000" dirty="0">
                <a:solidFill>
                  <a:srgbClr val="111111"/>
                </a:solidFill>
                <a:effectLst/>
                <a:latin typeface="+mj-lt"/>
              </a:rPr>
              <a:t>®</a:t>
            </a:r>
            <a:r>
              <a:rPr lang="de-DE" sz="1200" b="0" i="0" dirty="0">
                <a:solidFill>
                  <a:srgbClr val="111111"/>
                </a:solidFill>
                <a:effectLst/>
                <a:latin typeface="+mj-lt"/>
              </a:rPr>
              <a:t> und </a:t>
            </a:r>
            <a:r>
              <a:rPr lang="de-DE" sz="1200" b="0" i="0" dirty="0" err="1">
                <a:solidFill>
                  <a:srgbClr val="111111"/>
                </a:solidFill>
                <a:effectLst/>
                <a:latin typeface="+mj-lt"/>
              </a:rPr>
              <a:t>XPlanar</a:t>
            </a:r>
            <a:r>
              <a:rPr lang="de-DE" sz="1200" b="0" i="0" baseline="30000" dirty="0">
                <a:solidFill>
                  <a:srgbClr val="111111"/>
                </a:solidFill>
                <a:effectLst/>
                <a:latin typeface="+mj-lt"/>
              </a:rPr>
              <a:t>®</a:t>
            </a:r>
            <a:r>
              <a:rPr lang="de-DE" sz="1200" b="0" i="0" dirty="0">
                <a:solidFill>
                  <a:srgbClr val="111111"/>
                </a:solidFill>
                <a:effectLst/>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altLang="de-DE" sz="1200" noProof="0" dirty="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p>
        </p:txBody>
      </p:sp>
      <p:sp>
        <p:nvSpPr>
          <p:cNvPr id="8" name="Date Placeholder"/>
          <p:cNvSpPr>
            <a:spLocks noGrp="1"/>
          </p:cNvSpPr>
          <p:nvPr>
            <p:ph type="body" sz="quarter" idx="11" hasCustomPrompt="1"/>
          </p:nvPr>
        </p:nvSpPr>
        <p:spPr>
          <a:xfrm>
            <a:off x="3255495" y="4022394"/>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spcBef>
                <a:spcPct val="50000"/>
              </a:spcBef>
              <a:buFont typeface="Wingdings" panose="05000000000000000000" pitchFamily="2" charset="2"/>
              <a:buNone/>
            </a:pPr>
            <a:r>
              <a:rPr lang="de-DE" altLang="de-DE" sz="1600" noProof="0" dirty="0"/>
              <a:t>Telefon:	+49 5246 963-0  </a:t>
            </a:r>
          </a:p>
          <a:p>
            <a:pPr>
              <a:buFont typeface="Wingdings" panose="05000000000000000000" pitchFamily="2" charset="2"/>
              <a:buNone/>
            </a:pPr>
            <a:r>
              <a:rPr lang="de-DE" altLang="de-DE" sz="1600" noProof="0" dirty="0"/>
              <a:t>E-Mail:	info@beckhoff.com</a:t>
            </a:r>
          </a:p>
          <a:p>
            <a:pPr>
              <a:buFont typeface="Wingdings" panose="05000000000000000000" pitchFamily="2" charset="2"/>
              <a:buNone/>
            </a:pPr>
            <a:r>
              <a:rPr lang="de-DE" altLang="de-DE" sz="1600" noProof="0" dirty="0"/>
              <a:t>Web:	www.beckhoff.com</a:t>
            </a:r>
            <a:r>
              <a:rPr lang="de-DE" altLang="de-DE" sz="1600" b="1" noProof="0" dirty="0"/>
              <a:t> </a:t>
            </a:r>
          </a:p>
        </p:txBody>
      </p:sp>
      <p:sp>
        <p:nvSpPr>
          <p:cNvPr id="9" name="Address"/>
          <p:cNvSpPr txBox="1"/>
          <p:nvPr userDrawn="1"/>
        </p:nvSpPr>
        <p:spPr>
          <a:xfrm>
            <a:off x="3" y="1090800"/>
            <a:ext cx="6095997"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lvl="0" indent="0">
              <a:spcBef>
                <a:spcPts val="0"/>
              </a:spcBef>
              <a:buNone/>
            </a:pPr>
            <a:r>
              <a:rPr lang="de-DE" altLang="de-DE" sz="1600" noProof="0" dirty="0"/>
              <a:t>Beckhoff Automation GmbH &amp; Co. KG </a:t>
            </a:r>
            <a:br>
              <a:rPr lang="de-DE" altLang="de-DE" sz="1600" noProof="0" dirty="0"/>
            </a:br>
            <a:r>
              <a:rPr lang="de-DE" altLang="de-DE" sz="1600" b="0" noProof="0" dirty="0">
                <a:solidFill>
                  <a:srgbClr val="000000"/>
                </a:solidFill>
                <a:latin typeface="Arial"/>
                <a:cs typeface="+mn-cs"/>
              </a:rPr>
              <a:t>Unternehmenszentrale</a:t>
            </a:r>
          </a:p>
          <a:p>
            <a:pPr marL="0" lvl="0" indent="0">
              <a:spcBef>
                <a:spcPts val="0"/>
              </a:spcBef>
              <a:buNone/>
            </a:pPr>
            <a:r>
              <a:rPr lang="de-DE" altLang="de-DE" sz="1600" b="0" noProof="0" dirty="0">
                <a:solidFill>
                  <a:srgbClr val="000000"/>
                </a:solidFill>
                <a:latin typeface="Arial"/>
                <a:cs typeface="+mn-cs"/>
              </a:rPr>
              <a:t>Hülshorstweg 20</a:t>
            </a:r>
          </a:p>
          <a:p>
            <a:pPr marL="0" lvl="0" indent="0">
              <a:spcBef>
                <a:spcPts val="0"/>
              </a:spcBef>
              <a:buNone/>
            </a:pPr>
            <a:r>
              <a:rPr lang="de-DE" altLang="de-DE" sz="1600" b="0" noProof="0" dirty="0">
                <a:solidFill>
                  <a:srgbClr val="000000"/>
                </a:solidFill>
                <a:latin typeface="Arial"/>
                <a:cs typeface="+mn-cs"/>
              </a:rPr>
              <a:t>33415 Verl</a:t>
            </a:r>
          </a:p>
          <a:p>
            <a:pPr marL="0" lvl="0" indent="0">
              <a:spcBef>
                <a:spcPts val="0"/>
              </a:spcBef>
              <a:buNone/>
            </a:pPr>
            <a:r>
              <a:rPr lang="de-DE" altLang="de-DE" sz="1600" b="0" noProof="0" dirty="0">
                <a:solidFill>
                  <a:srgbClr val="000000"/>
                </a:solidFill>
                <a:latin typeface="Arial"/>
                <a:cs typeface="+mn-cs"/>
              </a:rPr>
              <a:t>Deutschland</a:t>
            </a:r>
          </a:p>
          <a:p>
            <a:pPr lvl="0"/>
            <a:endParaRPr lang="de-DE" altLang="de-DE" sz="1600" b="0" noProof="0" dirty="0"/>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lvl1pPr>
              <a:spcBef>
                <a:spcPct val="0"/>
              </a:spcBef>
              <a:buNone/>
              <a:defRPr sz="2200" b="1" baseline="0">
                <a:solidFill>
                  <a:schemeClr val="bg1"/>
                </a:solidFill>
                <a:latin typeface="Arial" pitchFamily="34" charset="0"/>
                <a:ea typeface="+mj-ea"/>
                <a:cs typeface="Arial" pitchFamily="34" charset="0"/>
              </a:defRPr>
            </a:lvl1pPr>
          </a:lstStyle>
          <a:p>
            <a:pPr lvl="0"/>
            <a:r>
              <a:rPr lang="de-DE" noProof="0" dirty="0"/>
              <a:t>Kontakt </a:t>
            </a:r>
          </a:p>
        </p:txBody>
      </p:sp>
    </p:spTree>
    <p:extLst>
      <p:ext uri="{BB962C8B-B14F-4D97-AF65-F5344CB8AC3E}">
        <p14:creationId xmlns:p14="http://schemas.microsoft.com/office/powerpoint/2010/main" val="33859228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act – Country-specific">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13" name="Legal Notes">
            <a:extLst>
              <a:ext uri="{FF2B5EF4-FFF2-40B4-BE49-F238E27FC236}">
                <a16:creationId xmlns:a16="http://schemas.microsoft.com/office/drawing/2014/main" id="{FB0F8624-008F-47A1-8364-BC96B920ADA6}"/>
              </a:ext>
            </a:extLst>
          </p:cNvPr>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4" name="Date Placeholder">
            <a:extLst>
              <a:ext uri="{FF2B5EF4-FFF2-40B4-BE49-F238E27FC236}">
                <a16:creationId xmlns:a16="http://schemas.microsoft.com/office/drawing/2014/main" id="{D58367F0-49D0-49AE-B9D1-CF63427C3E5A}"/>
              </a:ext>
            </a:extLst>
          </p:cNvPr>
          <p:cNvSpPr>
            <a:spLocks noGrp="1"/>
          </p:cNvSpPr>
          <p:nvPr>
            <p:ph type="body" sz="quarter" idx="11" hasCustomPrompt="1"/>
          </p:nvPr>
        </p:nvSpPr>
        <p:spPr>
          <a:xfrm>
            <a:off x="2040500"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27" name="Phone, Mail, Web Placeholder">
            <a:extLst>
              <a:ext uri="{FF2B5EF4-FFF2-40B4-BE49-F238E27FC236}">
                <a16:creationId xmlns:a16="http://schemas.microsoft.com/office/drawing/2014/main" id="{CD68DB35-B7DC-45D7-8D3B-4237236AEDB1}"/>
              </a:ext>
            </a:extLst>
          </p:cNvPr>
          <p:cNvSpPr>
            <a:spLocks noGrp="1"/>
          </p:cNvSpPr>
          <p:nvPr>
            <p:ph type="body" sz="quarter" idx="16" hasCustomPrompt="1"/>
          </p:nvPr>
        </p:nvSpPr>
        <p:spPr>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r>
              <a:rPr lang="en-US" noProof="0"/>
              <a:t>Phone:    … </a:t>
            </a:r>
            <a:br>
              <a:rPr lang="en-US" noProof="0"/>
            </a:br>
            <a:r>
              <a:rPr lang="en-US" noProof="0"/>
              <a:t>E-mail:    …</a:t>
            </a:r>
            <a:br>
              <a:rPr lang="en-US" noProof="0"/>
            </a:br>
            <a:r>
              <a:rPr lang="en-US" noProof="0"/>
              <a:t>Web:       …</a:t>
            </a:r>
          </a:p>
        </p:txBody>
      </p:sp>
      <p:sp>
        <p:nvSpPr>
          <p:cNvPr id="12" name="Address Placeholder">
            <a:extLst>
              <a:ext uri="{FF2B5EF4-FFF2-40B4-BE49-F238E27FC236}">
                <a16:creationId xmlns:a16="http://schemas.microsoft.com/office/drawing/2014/main" id="{1BE23ED5-17AC-4930-BA35-81B604872F42}"/>
              </a:ext>
            </a:extLst>
          </p:cNvPr>
          <p:cNvSpPr>
            <a:spLocks noGrp="1"/>
          </p:cNvSpPr>
          <p:nvPr>
            <p:ph type="body" sz="quarter" idx="14" hasCustomPrompt="1"/>
          </p:nvPr>
        </p:nvSpPr>
        <p:spPr>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r>
              <a:rPr lang="en-US" noProof="0"/>
              <a:t>Subsidiary name </a:t>
            </a:r>
            <a:br>
              <a:rPr lang="en-US" noProof="0"/>
            </a:br>
            <a:r>
              <a:rPr lang="en-US" noProof="0"/>
              <a:t>and address details </a:t>
            </a:r>
          </a:p>
        </p:txBody>
      </p:sp>
      <p:sp>
        <p:nvSpPr>
          <p:cNvPr id="5" name="Title">
            <a:extLst>
              <a:ext uri="{FF2B5EF4-FFF2-40B4-BE49-F238E27FC236}">
                <a16:creationId xmlns:a16="http://schemas.microsoft.com/office/drawing/2014/main" id="{19FC4D1F-B4C7-47E6-B598-C1C778E645C7}"/>
              </a:ext>
            </a:extLst>
          </p:cNvPr>
          <p:cNvSpPr>
            <a:spLocks noGrp="1"/>
          </p:cNvSpPr>
          <p:nvPr>
            <p:ph type="title" hasCustomPrompt="1"/>
          </p:nvPr>
        </p:nvSpPr>
        <p:spPr/>
        <p:txBody>
          <a:bodyPr/>
          <a:lstStyle>
            <a:lvl1pPr>
              <a:defRPr/>
            </a:lvl1pPr>
          </a:lstStyle>
          <a:p>
            <a:r>
              <a:rPr lang="en-US" dirty="0"/>
              <a:t>Click to add title</a:t>
            </a:r>
          </a:p>
        </p:txBody>
      </p:sp>
    </p:spTree>
    <p:extLst>
      <p:ext uri="{BB962C8B-B14F-4D97-AF65-F5344CB8AC3E}">
        <p14:creationId xmlns:p14="http://schemas.microsoft.com/office/powerpoint/2010/main" val="32207065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EC17FFD9-E190-4354-AF30-89800F8E4F3E}"/>
              </a:ext>
            </a:extLst>
          </p:cNvPr>
          <p:cNvSpPr>
            <a:spLocks noGrp="1"/>
          </p:cNvSpPr>
          <p:nvPr>
            <p:ph type="ftr" sz="quarter" idx="10"/>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B0FDDC2E-ABE4-429F-8CE9-38DD695422FD}"/>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pic>
        <p:nvPicPr>
          <p:cNvPr id="6" name="Bildplatzhalter 4">
            <a:extLst>
              <a:ext uri="{FF2B5EF4-FFF2-40B4-BE49-F238E27FC236}">
                <a16:creationId xmlns:a16="http://schemas.microsoft.com/office/drawing/2014/main" id="{8D31A674-9DC6-4670-9A1A-2754DA6F827F}"/>
              </a:ext>
            </a:extLst>
          </p:cNvPr>
          <p:cNvPicPr>
            <a:picLocks noChangeAspect="1"/>
          </p:cNvPicPr>
          <p:nvPr userDrawn="1"/>
        </p:nvPicPr>
        <p:blipFill>
          <a:blip r:embed="rId2"/>
          <a:srcRect l="11" r="11"/>
          <a:stretch/>
        </p:blipFill>
        <p:spPr bwMode="gray">
          <a:xfrm>
            <a:off x="0" y="-1"/>
            <a:ext cx="12199938" cy="6858001"/>
          </a:xfrm>
          <a:prstGeom prst="rect">
            <a:avLst/>
          </a:prstGeom>
        </p:spPr>
      </p:pic>
      <p:sp>
        <p:nvSpPr>
          <p:cNvPr id="4" name="Title">
            <a:extLst>
              <a:ext uri="{FF2B5EF4-FFF2-40B4-BE49-F238E27FC236}">
                <a16:creationId xmlns:a16="http://schemas.microsoft.com/office/drawing/2014/main" id="{9030D639-0DC9-4081-8A98-1A8F8593892C}"/>
              </a:ext>
            </a:extLst>
          </p:cNvPr>
          <p:cNvSpPr>
            <a:spLocks noGrp="1"/>
          </p:cNvSpPr>
          <p:nvPr>
            <p:ph type="title" hasCustomPrompt="1"/>
          </p:nvPr>
        </p:nvSpPr>
        <p:spPr>
          <a:xfrm>
            <a:off x="-1" y="111600"/>
            <a:ext cx="10137600" cy="629367"/>
          </a:xfrm>
        </p:spPr>
        <p:txBody>
          <a:bodyPr/>
          <a:lstStyle>
            <a:lvl1pPr>
              <a:defRPr/>
            </a:lvl1pPr>
          </a:lstStyle>
          <a:p>
            <a:r>
              <a:rPr lang="de-DE" noProof="0" dirty="0"/>
              <a:t>Click </a:t>
            </a:r>
            <a:r>
              <a:rPr lang="de-DE" noProof="0" dirty="0" err="1"/>
              <a:t>to</a:t>
            </a:r>
            <a:r>
              <a:rPr lang="de-DE" noProof="0" dirty="0"/>
              <a:t> </a:t>
            </a:r>
            <a:r>
              <a:rPr lang="de-DE" noProof="0" dirty="0" err="1"/>
              <a:t>add</a:t>
            </a:r>
            <a:r>
              <a:rPr lang="de-DE" noProof="0" dirty="0"/>
              <a:t> title</a:t>
            </a:r>
            <a:endParaRPr lang="en-US" noProof="0" dirty="0"/>
          </a:p>
        </p:txBody>
      </p:sp>
    </p:spTree>
    <p:extLst>
      <p:ext uri="{BB962C8B-B14F-4D97-AF65-F5344CB8AC3E}">
        <p14:creationId xmlns:p14="http://schemas.microsoft.com/office/powerpoint/2010/main" val="1777312408"/>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for Speaker – Version 1">
    <p:spTree>
      <p:nvGrpSpPr>
        <p:cNvPr id="1" name=""/>
        <p:cNvGrpSpPr/>
        <p:nvPr/>
      </p:nvGrpSpPr>
      <p:grpSpPr>
        <a:xfrm>
          <a:off x="0" y="0"/>
          <a:ext cx="0" cy="0"/>
          <a:chOff x="0" y="0"/>
          <a:chExt cx="0" cy="0"/>
        </a:xfrm>
      </p:grpSpPr>
      <p:pic>
        <p:nvPicPr>
          <p:cNvPr id="6" name="Bildplatzhalter 4">
            <a:extLst>
              <a:ext uri="{FF2B5EF4-FFF2-40B4-BE49-F238E27FC236}">
                <a16:creationId xmlns:a16="http://schemas.microsoft.com/office/drawing/2014/main" id="{78A8805B-9F86-5519-24E0-AC5FDE9A776A}"/>
              </a:ext>
            </a:extLst>
          </p:cNvPr>
          <p:cNvPicPr>
            <a:picLocks noChangeAspect="1"/>
          </p:cNvPicPr>
          <p:nvPr userDrawn="1"/>
        </p:nvPicPr>
        <p:blipFill>
          <a:blip r:embed="rId2"/>
          <a:srcRect l="11" r="11"/>
          <a:stretch/>
        </p:blipFill>
        <p:spPr bwMode="gray">
          <a:xfrm>
            <a:off x="0" y="-1"/>
            <a:ext cx="12199938" cy="6858001"/>
          </a:xfrm>
          <a:prstGeom prst="rect">
            <a:avLst/>
          </a:prstGeom>
        </p:spPr>
      </p:pic>
      <p:sp>
        <p:nvSpPr>
          <p:cNvPr id="4" name="Rechteck 3">
            <a:extLst>
              <a:ext uri="{FF2B5EF4-FFF2-40B4-BE49-F238E27FC236}">
                <a16:creationId xmlns:a16="http://schemas.microsoft.com/office/drawing/2014/main" id="{256381DE-6AAF-6EB7-A339-870B8B807079}"/>
              </a:ext>
            </a:extLst>
          </p:cNvPr>
          <p:cNvSpPr/>
          <p:nvPr userDrawn="1"/>
        </p:nvSpPr>
        <p:spPr>
          <a:xfrm>
            <a:off x="-1" y="0"/>
            <a:ext cx="6098401" cy="6861175"/>
          </a:xfrm>
          <a:prstGeom prst="rect">
            <a:avLst/>
          </a:prstGeom>
          <a:gradFill>
            <a:gsLst>
              <a:gs pos="69000">
                <a:srgbClr val="FCFDFD">
                  <a:alpha val="80000"/>
                </a:srgbClr>
              </a:gs>
              <a:gs pos="0">
                <a:schemeClr val="accent1">
                  <a:lumMod val="5000"/>
                  <a:lumOff val="95000"/>
                </a:scheme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dirty="0">
              <a:solidFill>
                <a:schemeClr val="tx1"/>
              </a:solidFill>
              <a:latin typeface="+mj-lt"/>
              <a:ea typeface="+mn-ea"/>
              <a:cs typeface="Arial" pitchFamily="34" charset="0"/>
            </a:endParaRPr>
          </a:p>
        </p:txBody>
      </p:sp>
      <p:sp>
        <p:nvSpPr>
          <p:cNvPr id="8" name="Footer Placeholder">
            <a:extLst>
              <a:ext uri="{FF2B5EF4-FFF2-40B4-BE49-F238E27FC236}">
                <a16:creationId xmlns:a16="http://schemas.microsoft.com/office/drawing/2014/main" id="{A1007D3D-C5EC-4571-BE1C-06654C5B83FD}"/>
              </a:ext>
            </a:extLst>
          </p:cNvPr>
          <p:cNvSpPr>
            <a:spLocks noGrp="1"/>
          </p:cNvSpPr>
          <p:nvPr>
            <p:ph type="ftr" sz="quarter" idx="11"/>
          </p:nvPr>
        </p:nvSpPr>
        <p:spPr>
          <a:noFill/>
        </p:spPr>
        <p:txBody>
          <a:bodyPr/>
          <a:lstStyle/>
          <a:p>
            <a:r>
              <a:rPr lang="en-US" noProof="0"/>
              <a:t>Footer text</a:t>
            </a:r>
          </a:p>
        </p:txBody>
      </p:sp>
      <p:sp>
        <p:nvSpPr>
          <p:cNvPr id="10" name="Slide Number Placeholder">
            <a:extLst>
              <a:ext uri="{FF2B5EF4-FFF2-40B4-BE49-F238E27FC236}">
                <a16:creationId xmlns:a16="http://schemas.microsoft.com/office/drawing/2014/main" id="{4B4F1309-657C-418A-9A8B-219278A7A6FB}"/>
              </a:ext>
            </a:extLst>
          </p:cNvPr>
          <p:cNvSpPr>
            <a:spLocks noGrp="1"/>
          </p:cNvSpPr>
          <p:nvPr>
            <p:ph type="sldNum" sz="quarter" idx="12"/>
          </p:nvPr>
        </p:nvSpPr>
        <p:spPr>
          <a:noFill/>
        </p:spPr>
        <p:txBody>
          <a:bodyPr/>
          <a:lstStyle/>
          <a:p>
            <a:fld id="{A930EF64-91C9-4EBD-82F9-3643AB15A28C}" type="slidenum">
              <a:rPr lang="en-US" noProof="0" smtClean="0"/>
              <a:pPr/>
              <a:t>‹#›</a:t>
            </a:fld>
            <a:endParaRPr lang="en-US" noProof="0"/>
          </a:p>
        </p:txBody>
      </p:sp>
      <p:sp>
        <p:nvSpPr>
          <p:cNvPr id="3" name="Text Placeholder">
            <a:extLst>
              <a:ext uri="{FF2B5EF4-FFF2-40B4-BE49-F238E27FC236}">
                <a16:creationId xmlns:a16="http://schemas.microsoft.com/office/drawing/2014/main" id="{BEB3C114-D938-41BB-B3A2-9312262D642E}"/>
              </a:ext>
            </a:extLst>
          </p:cNvPr>
          <p:cNvSpPr>
            <a:spLocks noGrp="1"/>
          </p:cNvSpPr>
          <p:nvPr>
            <p:ph type="body" sz="quarter" idx="10" hasCustomPrompt="1"/>
          </p:nvPr>
        </p:nvSpPr>
        <p:spPr>
          <a:xfrm>
            <a:off x="0" y="1089025"/>
            <a:ext cx="6098400" cy="5772150"/>
          </a:xfrm>
          <a:noFill/>
        </p:spPr>
        <p:txBody>
          <a:bodyPr/>
          <a:lstStyle>
            <a:lvl1pPr>
              <a:defRPr/>
            </a:lvl1pPr>
          </a:lstStyle>
          <a:p>
            <a:pPr lvl="0"/>
            <a:r>
              <a:rPr lang="en-US" noProof="0"/>
              <a:t>Speaker name </a:t>
            </a:r>
            <a:br>
              <a:rPr lang="en-US" noProof="0"/>
            </a:br>
            <a:r>
              <a:rPr lang="en-US" noProof="0"/>
              <a:t>Department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a:extLst>
              <a:ext uri="{FF2B5EF4-FFF2-40B4-BE49-F238E27FC236}">
                <a16:creationId xmlns:a16="http://schemas.microsoft.com/office/drawing/2014/main" id="{1BEF4B5F-8F3C-41F6-887A-1CA15C7A5BC9}"/>
              </a:ext>
            </a:extLst>
          </p:cNvPr>
          <p:cNvSpPr>
            <a:spLocks noGrp="1"/>
          </p:cNvSpPr>
          <p:nvPr>
            <p:ph type="title" hasCustomPrompt="1"/>
          </p:nvPr>
        </p:nvSpPr>
        <p:spPr/>
        <p:txBody>
          <a:bodyPr/>
          <a:lstStyle/>
          <a:p>
            <a:r>
              <a:rPr lang="de-DE" noProof="0" dirty="0"/>
              <a:t>Click </a:t>
            </a:r>
            <a:r>
              <a:rPr lang="de-DE" noProof="0" dirty="0" err="1"/>
              <a:t>to</a:t>
            </a:r>
            <a:r>
              <a:rPr lang="de-DE" noProof="0" dirty="0"/>
              <a:t> </a:t>
            </a:r>
            <a:r>
              <a:rPr lang="de-DE" noProof="0" dirty="0" err="1"/>
              <a:t>add</a:t>
            </a:r>
            <a:r>
              <a:rPr lang="de-DE" noProof="0" dirty="0"/>
              <a:t> title</a:t>
            </a:r>
            <a:endParaRPr lang="en-US" noProof="0" dirty="0"/>
          </a:p>
        </p:txBody>
      </p:sp>
    </p:spTree>
    <p:extLst>
      <p:ext uri="{BB962C8B-B14F-4D97-AF65-F5344CB8AC3E}">
        <p14:creationId xmlns:p14="http://schemas.microsoft.com/office/powerpoint/2010/main" val="19887915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for Speaker – Version 2">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B870FF44-7FA6-55A2-DEFE-74CA0157814A}"/>
              </a:ext>
            </a:extLst>
          </p:cNvPr>
          <p:cNvSpPr>
            <a:spLocks noGrp="1"/>
          </p:cNvSpPr>
          <p:nvPr>
            <p:ph type="pic" sz="quarter" idx="12" hasCustomPrompt="1"/>
          </p:nvPr>
        </p:nvSpPr>
        <p:spPr>
          <a:xfrm>
            <a:off x="6097200" y="0"/>
            <a:ext cx="6094800" cy="6858000"/>
          </a:xfrm>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pPr marL="0" marR="0" lvl="0" indent="0" algn="l" defTabSz="914400" rtl="0" eaLnBrk="1" fontAlgn="auto" latinLnBrk="0" hangingPunct="1">
              <a:lnSpc>
                <a:spcPct val="100000"/>
              </a:lnSpc>
              <a:spcBef>
                <a:spcPts val="600"/>
              </a:spcBef>
              <a:spcAft>
                <a:spcPts val="0"/>
              </a:spcAft>
              <a:buClrTx/>
              <a:buSzTx/>
              <a:buFont typeface="Wingdings" pitchFamily="2" charset="2"/>
              <a:buNone/>
              <a:tabLst/>
              <a:defRPr/>
            </a:pPr>
            <a:r>
              <a:rPr lang="en-US" noProof="0" dirty="0"/>
              <a:t>Click on symbol to add picture</a:t>
            </a:r>
          </a:p>
        </p:txBody>
      </p:sp>
      <p:sp>
        <p:nvSpPr>
          <p:cNvPr id="3" name="Footer Placeholder">
            <a:extLst>
              <a:ext uri="{FF2B5EF4-FFF2-40B4-BE49-F238E27FC236}">
                <a16:creationId xmlns:a16="http://schemas.microsoft.com/office/drawing/2014/main" id="{F4598583-8674-490B-B814-FBA89FE47BBF}"/>
              </a:ext>
            </a:extLst>
          </p:cNvPr>
          <p:cNvSpPr>
            <a:spLocks noGrp="1"/>
          </p:cNvSpPr>
          <p:nvPr>
            <p:ph type="ftr" sz="quarter" idx="10"/>
          </p:nvPr>
        </p:nvSpPr>
        <p:spPr/>
        <p:txBody>
          <a:bodyPr/>
          <a:lstStyle/>
          <a:p>
            <a:r>
              <a:rPr lang="en-US" noProof="0"/>
              <a:t>Footer text</a:t>
            </a:r>
          </a:p>
        </p:txBody>
      </p:sp>
      <p:sp>
        <p:nvSpPr>
          <p:cNvPr id="6" name="Slide Number Placeholder">
            <a:extLst>
              <a:ext uri="{FF2B5EF4-FFF2-40B4-BE49-F238E27FC236}">
                <a16:creationId xmlns:a16="http://schemas.microsoft.com/office/drawing/2014/main" id="{6CDA0863-F8FA-4A9D-A308-28CFF0D552BF}"/>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342900" marR="0" lvl="0" indent="-34290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marL="0" indent="0">
              <a:buFont typeface="Arial" panose="020B0604020202020204" pitchFamily="34" charset="0"/>
              <a:buNone/>
              <a:defRPr lang="en-US" noProof="0" dirty="0">
                <a:solidFill>
                  <a:schemeClr val="bg1"/>
                </a:solidFill>
              </a:defRPr>
            </a:lvl1pPr>
          </a:lstStyle>
          <a:p>
            <a:pPr lvl="0"/>
            <a:r>
              <a:rPr lang="en-US" noProof="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spTree>
    <p:extLst>
      <p:ext uri="{BB962C8B-B14F-4D97-AF65-F5344CB8AC3E}">
        <p14:creationId xmlns:p14="http://schemas.microsoft.com/office/powerpoint/2010/main" val="3100652705"/>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1A7223DA-1D3F-4531-BEC2-1CB60D927375}"/>
              </a:ext>
            </a:extLst>
          </p:cNvPr>
          <p:cNvSpPr>
            <a:spLocks noGrp="1"/>
          </p:cNvSpPr>
          <p:nvPr>
            <p:ph type="ftr" sz="quarter" idx="16"/>
          </p:nvPr>
        </p:nvSpPr>
        <p:spPr/>
        <p:txBody>
          <a:bodyPr/>
          <a:lstStyle/>
          <a:p>
            <a:r>
              <a:rPr lang="en-US" noProof="0"/>
              <a:t>Footer text</a:t>
            </a:r>
          </a:p>
        </p:txBody>
      </p:sp>
      <p:sp>
        <p:nvSpPr>
          <p:cNvPr id="9" name="Slide Number Placeholder">
            <a:extLst>
              <a:ext uri="{FF2B5EF4-FFF2-40B4-BE49-F238E27FC236}">
                <a16:creationId xmlns:a16="http://schemas.microsoft.com/office/drawing/2014/main" id="{22D552AE-634D-49AB-8A75-90A3811E881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5"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baseline="0"/>
            </a:lvl1pPr>
            <a:lvl2pPr marL="982800" indent="-270000">
              <a:defRPr/>
            </a:lvl2pPr>
            <a:lvl3pPr marL="1342800" indent="-266400">
              <a:buFont typeface="Symbol" panose="05050102010706020507" pitchFamily="18" charset="2"/>
              <a:buChar char="-"/>
              <a:defRPr/>
            </a:lvl3pPr>
            <a:lvl4pPr marL="1699200" indent="-266400">
              <a:defRPr/>
            </a:lvl4pPr>
            <a:lvl5pPr marL="2059200" indent="-266700">
              <a:defRPr/>
            </a:lvl5pPr>
          </a:lstStyle>
          <a:p>
            <a:pPr lvl="0"/>
            <a:r>
              <a:rPr lang="en-US" noProof="0"/>
              <a:t>Click to add chapter (active chapter in bold)</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le"/>
          <p:cNvSpPr>
            <a:spLocks noGrp="1"/>
          </p:cNvSpPr>
          <p:nvPr>
            <p:ph type="title" hasCustomPrompt="1"/>
          </p:nvPr>
        </p:nvSpPr>
        <p:spPr/>
        <p:txBody>
          <a:bodyPr/>
          <a:lstStyle/>
          <a:p>
            <a:r>
              <a:rPr lang="en-US" noProof="0" dirty="0"/>
              <a:t>Click to add contents</a:t>
            </a:r>
          </a:p>
        </p:txBody>
      </p:sp>
    </p:spTree>
    <p:extLst>
      <p:ext uri="{BB962C8B-B14F-4D97-AF65-F5344CB8AC3E}">
        <p14:creationId xmlns:p14="http://schemas.microsoft.com/office/powerpoint/2010/main" val="19400936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9F4DFDF0-0B44-48E7-B482-FA214B6813AE}"/>
              </a:ext>
            </a:extLst>
          </p:cNvPr>
          <p:cNvSpPr>
            <a:spLocks noGrp="1"/>
          </p:cNvSpPr>
          <p:nvPr>
            <p:ph type="ftr" sz="quarter" idx="16"/>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515C8023-6CA7-4538-BC5A-F44602780247}"/>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8"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noProof="0" dirty="0" smtClean="0"/>
            </a:lvl1pPr>
            <a:lvl2pPr>
              <a:defRPr lang="en-US" noProof="0" dirty="0" smtClean="0"/>
            </a:lvl2pPr>
            <a:lvl3pPr>
              <a:defRPr lang="en-US" noProof="0" dirty="0" smtClean="0"/>
            </a:lvl3pPr>
            <a:lvl4pPr>
              <a:defRPr lang="en-US" noProof="0" dirty="0" smtClean="0"/>
            </a:lvl4pPr>
            <a:lvl5pPr>
              <a:defRPr lang="en-US" noProof="0" dirty="0" smtClean="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el 1">
            <a:extLst>
              <a:ext uri="{FF2B5EF4-FFF2-40B4-BE49-F238E27FC236}">
                <a16:creationId xmlns:a16="http://schemas.microsoft.com/office/drawing/2014/main" id="{2F689EAD-B005-8D54-C948-D21D1674C391}"/>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37240972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3 text + 2 pictures">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6484DE6C-01C4-4549-8868-BC91980DA1B8}"/>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47B61BDE-5EB2-439B-87EA-3291DABA7078}"/>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noChangeAspect="1"/>
          </p:cNvSpPr>
          <p:nvPr>
            <p:ph type="pic" sz="quarter" idx="16" hasCustomPrompt="1"/>
          </p:nvPr>
        </p:nvSpPr>
        <p:spPr bwMode="gray">
          <a:xfrm>
            <a:off x="8136000" y="3981600"/>
            <a:ext cx="3805618" cy="2700000"/>
          </a:xfrm>
          <a:prstGeom prst="rect">
            <a:avLst/>
          </a:prstGeom>
          <a:ln w="12700">
            <a:solidFill>
              <a:schemeClr val="bg1"/>
            </a:solidFill>
            <a:miter lim="800000"/>
          </a:ln>
          <a:effectLst>
            <a:outerShdw blurRad="50800" dist="38100" dir="2700000" algn="tl" rotWithShape="0">
              <a:prstClr val="black">
                <a:alpha val="40000"/>
              </a:prstClr>
            </a:outerShdw>
          </a:effectLst>
        </p:spPr>
        <p:txBody>
          <a:bodyPr/>
          <a:lstStyle>
            <a:lvl1pPr marL="0" indent="0">
              <a:buNone/>
              <a:defRPr/>
            </a:lvl1pPr>
          </a:lstStyle>
          <a:p>
            <a:r>
              <a:rPr lang="en-US" noProof="0"/>
              <a:t>Click on symbol to add picture</a:t>
            </a:r>
          </a:p>
        </p:txBody>
      </p:sp>
      <p:sp>
        <p:nvSpPr>
          <p:cNvPr id="4" name="Picture Placeholder 1"/>
          <p:cNvSpPr>
            <a:spLocks noGrp="1" noChangeAspect="1"/>
          </p:cNvSpPr>
          <p:nvPr>
            <p:ph type="pic" sz="quarter" idx="14" hasCustomPrompt="1"/>
          </p:nvPr>
        </p:nvSpPr>
        <p:spPr bwMode="gray">
          <a:xfrm>
            <a:off x="8136000" y="1090799"/>
            <a:ext cx="3805618" cy="2700000"/>
          </a:xfrm>
          <a:prstGeom prst="rect">
            <a:avLst/>
          </a:prstGeom>
          <a:ln w="12700">
            <a:solidFill>
              <a:schemeClr val="bg1"/>
            </a:solidFill>
            <a:miter lim="800000"/>
          </a:ln>
          <a:effectLst>
            <a:outerShdw blurRad="50800" dist="38100" dir="2700000" algn="tl" rotWithShape="0">
              <a:prstClr val="black">
                <a:alpha val="40000"/>
              </a:prstClr>
            </a:outerShdw>
          </a:effectLst>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799"/>
            <a:ext cx="813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el 1">
            <a:extLst>
              <a:ext uri="{FF2B5EF4-FFF2-40B4-BE49-F238E27FC236}">
                <a16:creationId xmlns:a16="http://schemas.microsoft.com/office/drawing/2014/main" id="{7CDF4B99-BE8E-6165-03D4-E55FDE939E5B}"/>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23942052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2 text + 1 halfsize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99F85A85-2456-4567-AD94-8845D76D276C}"/>
              </a:ext>
            </a:extLst>
          </p:cNvPr>
          <p:cNvSpPr>
            <a:spLocks noGrp="1"/>
          </p:cNvSpPr>
          <p:nvPr>
            <p:ph type="ftr" sz="quarter" idx="16"/>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CDB31999-ACD1-4446-88FC-073D53B8E87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5840813" cy="55236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2" y="1090800"/>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el 1">
            <a:extLst>
              <a:ext uri="{FF2B5EF4-FFF2-40B4-BE49-F238E27FC236}">
                <a16:creationId xmlns:a16="http://schemas.microsoft.com/office/drawing/2014/main" id="{3996252B-A877-5A1A-D17E-2369B9D63FCA}"/>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31013154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2 text + 1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5192BE08-D7FF-416E-BE68-DD5FA8DD6D56}"/>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27640755-13F0-423E-A8D5-986F786D5482}"/>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5843215" cy="4140586"/>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5" name="Titel 4">
            <a:extLst>
              <a:ext uri="{FF2B5EF4-FFF2-40B4-BE49-F238E27FC236}">
                <a16:creationId xmlns:a16="http://schemas.microsoft.com/office/drawing/2014/main" id="{326C8A53-1767-E603-8F61-EA23B677938D}"/>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9063745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2 text + 2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88D676BE-C49F-4CF3-A83C-582B2EB62ECB}"/>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9757859A-C6FD-456E-AD04-51BA82F9F30A}"/>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6098400" y="3981600"/>
            <a:ext cx="5840815" cy="27618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dirty="0"/>
              <a:t>Click on symbol to add picture</a:t>
            </a:r>
          </a:p>
        </p:txBody>
      </p:sp>
      <p:sp>
        <p:nvSpPr>
          <p:cNvPr id="4" name="Picture Placeholder 1"/>
          <p:cNvSpPr>
            <a:spLocks noGrp="1"/>
          </p:cNvSpPr>
          <p:nvPr>
            <p:ph type="pic" sz="quarter" idx="14" hasCustomPrompt="1"/>
          </p:nvPr>
        </p:nvSpPr>
        <p:spPr bwMode="gray">
          <a:xfrm>
            <a:off x="6098400" y="1090799"/>
            <a:ext cx="5840815" cy="27618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5" name="Titel 4">
            <a:extLst>
              <a:ext uri="{FF2B5EF4-FFF2-40B4-BE49-F238E27FC236}">
                <a16:creationId xmlns:a16="http://schemas.microsoft.com/office/drawing/2014/main" id="{FD18979F-9021-1844-4027-359007499A0B}"/>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525265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2 text + 3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0F761C-97E7-4B2C-A6DB-271C198DEA62}"/>
              </a:ext>
            </a:extLst>
          </p:cNvPr>
          <p:cNvSpPr>
            <a:spLocks noGrp="1"/>
          </p:cNvSpPr>
          <p:nvPr>
            <p:ph type="ftr" sz="quarter" idx="18"/>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C418DBE4-B032-4AE5-9085-D2385C26C94D}"/>
              </a:ext>
            </a:extLst>
          </p:cNvPr>
          <p:cNvSpPr>
            <a:spLocks noGrp="1"/>
          </p:cNvSpPr>
          <p:nvPr>
            <p:ph type="sldNum" sz="quarter" idx="19"/>
          </p:nvPr>
        </p:nvSpPr>
        <p:spPr/>
        <p:txBody>
          <a:bodyPr/>
          <a:lstStyle/>
          <a:p>
            <a:fld id="{A930EF64-91C9-4EBD-82F9-3643AB15A28C}" type="slidenum">
              <a:rPr lang="en-US" noProof="0" smtClean="0"/>
              <a:pPr/>
              <a:t>‹#›</a:t>
            </a:fld>
            <a:endParaRPr lang="en-US" noProof="0"/>
          </a:p>
        </p:txBody>
      </p:sp>
      <p:sp>
        <p:nvSpPr>
          <p:cNvPr id="10" name="Picture Placeholder 3"/>
          <p:cNvSpPr>
            <a:spLocks noGrp="1"/>
          </p:cNvSpPr>
          <p:nvPr>
            <p:ph type="pic" sz="quarter" idx="17" hasCustomPrompt="1"/>
          </p:nvPr>
        </p:nvSpPr>
        <p:spPr bwMode="gray">
          <a:xfrm>
            <a:off x="9151200" y="3981600"/>
            <a:ext cx="2790417" cy="2641991"/>
          </a:xfr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dirty="0"/>
              <a:t>Click on symbol to add picture</a:t>
            </a:r>
          </a:p>
        </p:txBody>
      </p:sp>
      <p:sp>
        <p:nvSpPr>
          <p:cNvPr id="3" name="Picture Placeholder 2"/>
          <p:cNvSpPr>
            <a:spLocks noGrp="1"/>
          </p:cNvSpPr>
          <p:nvPr>
            <p:ph type="pic" sz="quarter" idx="16" hasCustomPrompt="1"/>
          </p:nvPr>
        </p:nvSpPr>
        <p:spPr bwMode="gray">
          <a:xfrm>
            <a:off x="6098400" y="3981600"/>
            <a:ext cx="2790417" cy="2641991"/>
          </a:xfr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dirty="0"/>
              <a:t>Click on symbol to add picture</a:t>
            </a:r>
          </a:p>
        </p:txBody>
      </p:sp>
      <p:sp>
        <p:nvSpPr>
          <p:cNvPr id="4" name="Picture Placeholder 1"/>
          <p:cNvSpPr>
            <a:spLocks noGrp="1"/>
          </p:cNvSpPr>
          <p:nvPr>
            <p:ph type="pic" sz="quarter" idx="14" hasCustomPrompt="1"/>
          </p:nvPr>
        </p:nvSpPr>
        <p:spPr bwMode="gray">
          <a:xfrm>
            <a:off x="6098400" y="1090800"/>
            <a:ext cx="5843218" cy="2762938"/>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8" name="Titel 7">
            <a:extLst>
              <a:ext uri="{FF2B5EF4-FFF2-40B4-BE49-F238E27FC236}">
                <a16:creationId xmlns:a16="http://schemas.microsoft.com/office/drawing/2014/main" id="{E740C64F-C288-2547-72A4-144A09E45C8B}"/>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317124313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 3 small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4221ECB-122E-407B-9764-357AD2433556}"/>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3209F383-5AD8-4BEC-863A-2D72A7D3951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6" name="Picture Placeholder 3">
            <a:extLst>
              <a:ext uri="{FF2B5EF4-FFF2-40B4-BE49-F238E27FC236}">
                <a16:creationId xmlns:a16="http://schemas.microsoft.com/office/drawing/2014/main" id="{B7155D95-8CF2-4871-9E93-C5776EC6AEFD}"/>
              </a:ext>
            </a:extLst>
          </p:cNvPr>
          <p:cNvSpPr>
            <a:spLocks noGrp="1"/>
          </p:cNvSpPr>
          <p:nvPr>
            <p:ph type="pic" sz="quarter" idx="22" hasCustomPrompt="1"/>
          </p:nvPr>
        </p:nvSpPr>
        <p:spPr bwMode="gray">
          <a:xfrm>
            <a:off x="8136000" y="4943904"/>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dirty="0"/>
              <a:t>Click on symbol to add picture</a:t>
            </a:r>
          </a:p>
          <a:p>
            <a:pPr marL="0" lvl="0" indent="0">
              <a:buNone/>
            </a:pPr>
            <a:endParaRPr lang="en-US" noProof="0" dirty="0"/>
          </a:p>
        </p:txBody>
      </p:sp>
      <p:sp>
        <p:nvSpPr>
          <p:cNvPr id="15" name="Picture Placeholder 2">
            <a:extLst>
              <a:ext uri="{FF2B5EF4-FFF2-40B4-BE49-F238E27FC236}">
                <a16:creationId xmlns:a16="http://schemas.microsoft.com/office/drawing/2014/main" id="{6FFFBCA8-1957-4710-B7E3-26115B999CE2}"/>
              </a:ext>
            </a:extLst>
          </p:cNvPr>
          <p:cNvSpPr>
            <a:spLocks noGrp="1"/>
          </p:cNvSpPr>
          <p:nvPr>
            <p:ph type="pic" sz="quarter" idx="18" hasCustomPrompt="1"/>
          </p:nvPr>
        </p:nvSpPr>
        <p:spPr bwMode="gray">
          <a:xfrm>
            <a:off x="8136000" y="3020400"/>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dirty="0"/>
              <a:t>Click on symbol to add picture</a:t>
            </a:r>
          </a:p>
          <a:p>
            <a:pPr marL="0" lvl="0" indent="0">
              <a:buNone/>
            </a:pPr>
            <a:endParaRPr lang="en-US" noProof="0" dirty="0"/>
          </a:p>
        </p:txBody>
      </p:sp>
      <p:sp>
        <p:nvSpPr>
          <p:cNvPr id="12" name="Picture Placeholder 1">
            <a:extLst>
              <a:ext uri="{FF2B5EF4-FFF2-40B4-BE49-F238E27FC236}">
                <a16:creationId xmlns:a16="http://schemas.microsoft.com/office/drawing/2014/main" id="{E6E47F99-2029-4182-9703-E617B8F0F221}"/>
              </a:ext>
            </a:extLst>
          </p:cNvPr>
          <p:cNvSpPr>
            <a:spLocks noGrp="1"/>
          </p:cNvSpPr>
          <p:nvPr>
            <p:ph type="pic" sz="quarter" idx="12" hasCustomPrompt="1"/>
          </p:nvPr>
        </p:nvSpPr>
        <p:spPr bwMode="gray">
          <a:xfrm>
            <a:off x="8136000" y="1090800"/>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dirty="0"/>
              <a:t>Click on symbol to add picture</a:t>
            </a:r>
          </a:p>
          <a:p>
            <a:pPr marL="0" lvl="0" indent="0">
              <a:buNone/>
            </a:pPr>
            <a:endParaRPr lang="en-US" noProof="0" dirty="0"/>
          </a:p>
        </p:txBody>
      </p:sp>
      <p:sp>
        <p:nvSpPr>
          <p:cNvPr id="6"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4" name="Titel 3">
            <a:extLst>
              <a:ext uri="{FF2B5EF4-FFF2-40B4-BE49-F238E27FC236}">
                <a16:creationId xmlns:a16="http://schemas.microsoft.com/office/drawing/2014/main" id="{9164C062-8732-2F80-21D7-616DB0279090}"/>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8756500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ull-screen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E53EAF44-3DBF-4702-A59C-62B56C67E84C}"/>
              </a:ext>
            </a:extLst>
          </p:cNvPr>
          <p:cNvSpPr>
            <a:spLocks noGrp="1"/>
          </p:cNvSpPr>
          <p:nvPr>
            <p:ph type="ftr" sz="quarter" idx="15"/>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71EA1DDB-97CD-49FA-ADFD-D8BE9D94A264}"/>
              </a:ext>
            </a:extLst>
          </p:cNvPr>
          <p:cNvSpPr>
            <a:spLocks noGrp="1"/>
          </p:cNvSpPr>
          <p:nvPr>
            <p:ph type="sldNum" sz="quarter" idx="16"/>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a:t>Click on symbol to add picture</a:t>
            </a:r>
          </a:p>
        </p:txBody>
      </p:sp>
      <p:sp>
        <p:nvSpPr>
          <p:cNvPr id="4" name="Titel 3">
            <a:extLst>
              <a:ext uri="{FF2B5EF4-FFF2-40B4-BE49-F238E27FC236}">
                <a16:creationId xmlns:a16="http://schemas.microsoft.com/office/drawing/2014/main" id="{A37888BF-463F-9532-69DA-CA1CF55A34C9}"/>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3125302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ull-screen picture with text overlay">
    <p:spTree>
      <p:nvGrpSpPr>
        <p:cNvPr id="1" name=""/>
        <p:cNvGrpSpPr/>
        <p:nvPr/>
      </p:nvGrpSpPr>
      <p:grpSpPr>
        <a:xfrm>
          <a:off x="0" y="0"/>
          <a:ext cx="0" cy="0"/>
          <a:chOff x="0" y="0"/>
          <a:chExt cx="0" cy="0"/>
        </a:xfrm>
      </p:grpSpPr>
      <p:sp>
        <p:nvSpPr>
          <p:cNvPr id="10" name="Picture Placeholder"/>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dirty="0"/>
              <a:t>Click on symbol to add picture</a:t>
            </a:r>
          </a:p>
        </p:txBody>
      </p:sp>
      <p:sp>
        <p:nvSpPr>
          <p:cNvPr id="4" name="Rechteck 3">
            <a:extLst>
              <a:ext uri="{FF2B5EF4-FFF2-40B4-BE49-F238E27FC236}">
                <a16:creationId xmlns:a16="http://schemas.microsoft.com/office/drawing/2014/main" id="{5381B02A-FF0F-C0DF-6D72-9B9AEEC2B56B}"/>
              </a:ext>
            </a:extLst>
          </p:cNvPr>
          <p:cNvSpPr/>
          <p:nvPr userDrawn="1"/>
        </p:nvSpPr>
        <p:spPr>
          <a:xfrm>
            <a:off x="-1" y="0"/>
            <a:ext cx="6098401" cy="6861175"/>
          </a:xfrm>
          <a:prstGeom prst="rect">
            <a:avLst/>
          </a:prstGeom>
          <a:gradFill>
            <a:gsLst>
              <a:gs pos="72000">
                <a:srgbClr val="FCFDFD">
                  <a:alpha val="60000"/>
                </a:srgbClr>
              </a:gs>
              <a:gs pos="0">
                <a:schemeClr val="accent1">
                  <a:lumMod val="5000"/>
                  <a:lumOff val="95000"/>
                </a:scheme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dirty="0">
              <a:solidFill>
                <a:schemeClr val="tx1"/>
              </a:solidFill>
              <a:latin typeface="+mj-lt"/>
              <a:ea typeface="+mn-ea"/>
              <a:cs typeface="Arial" pitchFamily="34" charset="0"/>
            </a:endParaRPr>
          </a:p>
        </p:txBody>
      </p:sp>
      <p:sp>
        <p:nvSpPr>
          <p:cNvPr id="2" name="Footer Placeholder">
            <a:extLst>
              <a:ext uri="{FF2B5EF4-FFF2-40B4-BE49-F238E27FC236}">
                <a16:creationId xmlns:a16="http://schemas.microsoft.com/office/drawing/2014/main" id="{6A3CF061-CE3B-477C-BF53-46C74855204B}"/>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4033E844-A321-496B-BCE0-305FF3755D7E}"/>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2" y="1090800"/>
            <a:ext cx="4066116" cy="5767200"/>
          </a:xfrm>
          <a:prstGeom prst="rect">
            <a:avLst/>
          </a:prstGeom>
          <a:noFill/>
        </p:spPr>
        <p:txBody>
          <a:bodyPr lIns="450000" tIns="190800"/>
          <a:lstStyle>
            <a:lvl1pPr>
              <a:defRPr baseline="0"/>
            </a:lvl1pPr>
          </a:lstStyle>
          <a:p>
            <a:pPr lvl="0"/>
            <a:r>
              <a:rPr lang="en-US" noProof="0"/>
              <a:t>Click to edit text</a:t>
            </a:r>
          </a:p>
        </p:txBody>
      </p:sp>
      <p:sp>
        <p:nvSpPr>
          <p:cNvPr id="5" name="Titel 4">
            <a:extLst>
              <a:ext uri="{FF2B5EF4-FFF2-40B4-BE49-F238E27FC236}">
                <a16:creationId xmlns:a16="http://schemas.microsoft.com/office/drawing/2014/main" id="{A1E05A7B-9872-672B-0DDC-5A1EB93EF620}"/>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31705359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pplications">
    <p:spTree>
      <p:nvGrpSpPr>
        <p:cNvPr id="1" name=""/>
        <p:cNvGrpSpPr/>
        <p:nvPr/>
      </p:nvGrpSpPr>
      <p:grpSpPr>
        <a:xfrm>
          <a:off x="0" y="0"/>
          <a:ext cx="0" cy="0"/>
          <a:chOff x="0" y="0"/>
          <a:chExt cx="0" cy="0"/>
        </a:xfrm>
      </p:grpSpPr>
      <p:sp>
        <p:nvSpPr>
          <p:cNvPr id="10" name="Picture Placeholder 1"/>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dirty="0"/>
              <a:t>Click on symbol to add picture</a:t>
            </a:r>
          </a:p>
        </p:txBody>
      </p:sp>
      <p:sp>
        <p:nvSpPr>
          <p:cNvPr id="4" name="Rechteck 3">
            <a:extLst>
              <a:ext uri="{FF2B5EF4-FFF2-40B4-BE49-F238E27FC236}">
                <a16:creationId xmlns:a16="http://schemas.microsoft.com/office/drawing/2014/main" id="{B8E6BBA1-7B42-38E0-2262-8C81DE1DFA64}"/>
              </a:ext>
            </a:extLst>
          </p:cNvPr>
          <p:cNvSpPr/>
          <p:nvPr userDrawn="1"/>
        </p:nvSpPr>
        <p:spPr>
          <a:xfrm>
            <a:off x="-1" y="0"/>
            <a:ext cx="6098401" cy="6861175"/>
          </a:xfrm>
          <a:prstGeom prst="rect">
            <a:avLst/>
          </a:prstGeom>
          <a:gradFill>
            <a:gsLst>
              <a:gs pos="72000">
                <a:srgbClr val="FCFDFD">
                  <a:alpha val="60000"/>
                </a:srgbClr>
              </a:gs>
              <a:gs pos="0">
                <a:schemeClr val="accent1">
                  <a:lumMod val="5000"/>
                  <a:lumOff val="95000"/>
                </a:scheme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dirty="0">
              <a:solidFill>
                <a:schemeClr val="tx1"/>
              </a:solidFill>
              <a:latin typeface="+mj-lt"/>
              <a:ea typeface="+mn-ea"/>
              <a:cs typeface="Arial" pitchFamily="34" charset="0"/>
            </a:endParaRPr>
          </a:p>
        </p:txBody>
      </p:sp>
      <p:sp>
        <p:nvSpPr>
          <p:cNvPr id="2" name="Footer Placeholder">
            <a:extLst>
              <a:ext uri="{FF2B5EF4-FFF2-40B4-BE49-F238E27FC236}">
                <a16:creationId xmlns:a16="http://schemas.microsoft.com/office/drawing/2014/main" id="{A0D634CA-AF9C-4B0E-B84B-2BE960996021}"/>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C2FED48F-6577-44F0-BAAE-6D7A8C662C25}"/>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5"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8"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9"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noFill/>
        </p:spPr>
        <p:txBody>
          <a:bodyPr lIns="450000" tIns="190800"/>
          <a:lstStyle>
            <a:lvl1pPr>
              <a:defRPr sz="1800" baseline="0"/>
            </a:lvl1pPr>
            <a:lvl2pPr marL="360362" indent="0">
              <a:buNone/>
              <a:defRPr/>
            </a:lvl2pPr>
          </a:lstStyle>
          <a:p>
            <a:pPr lvl="0"/>
            <a:r>
              <a:rPr lang="en-US" noProof="0" dirty="0"/>
              <a:t>Click to edit text </a:t>
            </a:r>
          </a:p>
        </p:txBody>
      </p:sp>
      <p:sp>
        <p:nvSpPr>
          <p:cNvPr id="11" name="Titel 10">
            <a:extLst>
              <a:ext uri="{FF2B5EF4-FFF2-40B4-BE49-F238E27FC236}">
                <a16:creationId xmlns:a16="http://schemas.microsoft.com/office/drawing/2014/main" id="{B07EA687-E05D-32EE-E35F-7A01C446870E}"/>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7261814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xternal graphics with sourc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82A5F8D-3649-45B4-8E98-726A38D577FF}"/>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F10BE100-9EF6-469D-B237-64DA3A3E339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0"/>
            <a:ext cx="122016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dirty="0"/>
              <a:t>Click on symbol to add picture</a:t>
            </a:r>
          </a:p>
        </p:txBody>
      </p:sp>
      <p:sp>
        <p:nvSpPr>
          <p:cNvPr id="11" name="Text Placeholder"/>
          <p:cNvSpPr>
            <a:spLocks noGrp="1"/>
          </p:cNvSpPr>
          <p:nvPr>
            <p:ph type="body" sz="quarter" idx="15" hasCustomPrompt="1"/>
          </p:nvPr>
        </p:nvSpPr>
        <p:spPr bwMode="gray">
          <a:xfrm rot="16200000">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r>
              <a:rPr lang="en-US" noProof="0"/>
              <a:t>Click here to edit source</a:t>
            </a:r>
          </a:p>
        </p:txBody>
      </p:sp>
      <p:sp>
        <p:nvSpPr>
          <p:cNvPr id="4" name="Titel 3">
            <a:extLst>
              <a:ext uri="{FF2B5EF4-FFF2-40B4-BE49-F238E27FC236}">
                <a16:creationId xmlns:a16="http://schemas.microsoft.com/office/drawing/2014/main" id="{DC746769-F288-3447-4386-BA4016763557}"/>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8767965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creenshot with description">
    <p:spTree>
      <p:nvGrpSpPr>
        <p:cNvPr id="1" name=""/>
        <p:cNvGrpSpPr/>
        <p:nvPr/>
      </p:nvGrpSpPr>
      <p:grpSpPr>
        <a:xfrm>
          <a:off x="0" y="0"/>
          <a:ext cx="0" cy="0"/>
          <a:chOff x="0" y="0"/>
          <a:chExt cx="0" cy="0"/>
        </a:xfrm>
      </p:grpSpPr>
      <p:sp>
        <p:nvSpPr>
          <p:cNvPr id="13"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r>
              <a:rPr lang="en-US" noProof="0"/>
              <a:t>Click on symbol to add picture</a:t>
            </a:r>
          </a:p>
        </p:txBody>
      </p:sp>
      <p:sp>
        <p:nvSpPr>
          <p:cNvPr id="2" name="Footer Placeholder">
            <a:extLst>
              <a:ext uri="{FF2B5EF4-FFF2-40B4-BE49-F238E27FC236}">
                <a16:creationId xmlns:a16="http://schemas.microsoft.com/office/drawing/2014/main" id="{63CA297C-D9EC-49EA-B20C-E781D32F0224}"/>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BFB16F39-1614-43D4-8F87-1F37EB349457}"/>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r>
              <a:rPr lang="en-US" noProof="0"/>
              <a:t>Click to add text</a:t>
            </a:r>
          </a:p>
          <a:p>
            <a:pPr lvl="1"/>
            <a:r>
              <a:rPr lang="en-US" noProof="0"/>
              <a:t>Second level</a:t>
            </a:r>
          </a:p>
          <a:p>
            <a:pPr lvl="0"/>
            <a:endParaRPr lang="en-US" noProof="0"/>
          </a:p>
        </p:txBody>
      </p:sp>
      <p:sp>
        <p:nvSpPr>
          <p:cNvPr id="4" name="Titel 3">
            <a:extLst>
              <a:ext uri="{FF2B5EF4-FFF2-40B4-BE49-F238E27FC236}">
                <a16:creationId xmlns:a16="http://schemas.microsoft.com/office/drawing/2014/main" id="{117FFDDB-83E8-A21F-0BD0-E1226ACAF341}"/>
              </a:ext>
            </a:extLst>
          </p:cNvPr>
          <p:cNvSpPr>
            <a:spLocks noGrp="1"/>
          </p:cNvSpPr>
          <p:nvPr>
            <p:ph type="title" hasCustomPrompt="1"/>
          </p:nvPr>
        </p:nvSpPr>
        <p:spPr/>
        <p:txBody>
          <a:bodyPr/>
          <a:lstStyle/>
          <a:p>
            <a:r>
              <a:rPr lang="en-AE" noProof="0" dirty="0"/>
              <a:t>Click to add title</a:t>
            </a:r>
          </a:p>
        </p:txBody>
      </p:sp>
    </p:spTree>
    <p:extLst>
      <p:ext uri="{BB962C8B-B14F-4D97-AF65-F5344CB8AC3E}">
        <p14:creationId xmlns:p14="http://schemas.microsoft.com/office/powerpoint/2010/main" val="42704089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AF9FEAD5-3A95-43C7-B7DB-35A714945450}"/>
              </a:ext>
            </a:extLst>
          </p:cNvPr>
          <p:cNvSpPr>
            <a:spLocks noGrp="1"/>
          </p:cNvSpPr>
          <p:nvPr>
            <p:ph type="ftr" sz="quarter" idx="12"/>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2CCCD6F8-28B9-4BC0-A6CF-1354A6BBF0EA}"/>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Picture Placeholder 2"/>
          <p:cNvSpPr>
            <a:spLocks noGrp="1"/>
          </p:cNvSpPr>
          <p:nvPr>
            <p:ph type="pic" sz="quarter" idx="11" hasCustomPrompt="1"/>
          </p:nvPr>
        </p:nvSpPr>
        <p:spPr bwMode="gray">
          <a:xfrm>
            <a:off x="6098400" y="0"/>
            <a:ext cx="6098400" cy="6858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5" name="Picture Placeholder 1"/>
          <p:cNvSpPr>
            <a:spLocks noGrp="1"/>
          </p:cNvSpPr>
          <p:nvPr>
            <p:ph type="pic" sz="quarter" idx="10" hasCustomPrompt="1"/>
          </p:nvPr>
        </p:nvSpPr>
        <p:spPr bwMode="gray">
          <a:xfrm>
            <a:off x="-7200" y="0"/>
            <a:ext cx="6098400" cy="6858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t" anchorCtr="0">
            <a:spAutoFit/>
          </a:bodyPr>
          <a:lstStyle>
            <a:lvl1pPr>
              <a:defRPr lang="en-US" dirty="0"/>
            </a:lvl1pPr>
          </a:lstStyle>
          <a:p>
            <a:pPr lvl="0"/>
            <a:r>
              <a:rPr lang="en-US" noProof="0" dirty="0"/>
              <a:t>Click to add title</a:t>
            </a:r>
          </a:p>
        </p:txBody>
      </p:sp>
    </p:spTree>
    <p:extLst>
      <p:ext uri="{BB962C8B-B14F-4D97-AF65-F5344CB8AC3E}">
        <p14:creationId xmlns:p14="http://schemas.microsoft.com/office/powerpoint/2010/main" val="15664609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9209FD55-FA07-444B-A15E-1DF999425FDD}"/>
              </a:ext>
            </a:extLst>
          </p:cNvPr>
          <p:cNvSpPr>
            <a:spLocks noGrp="1"/>
          </p:cNvSpPr>
          <p:nvPr>
            <p:ph type="ftr" sz="quarter" idx="14"/>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A3C92518-CBDC-4A28-AD37-4D9787D4DC5E}"/>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11" name="Picture Placeholder 4"/>
          <p:cNvSpPr>
            <a:spLocks noGrp="1"/>
          </p:cNvSpPr>
          <p:nvPr>
            <p:ph type="pic" sz="quarter" idx="13" hasCustomPrompt="1"/>
          </p:nvPr>
        </p:nvSpPr>
        <p:spPr bwMode="gray">
          <a:xfrm>
            <a:off x="6098400" y="3430800"/>
            <a:ext cx="60984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0" name="Picture Placeholder 3"/>
          <p:cNvSpPr>
            <a:spLocks noGrp="1"/>
          </p:cNvSpPr>
          <p:nvPr>
            <p:ph type="pic" sz="quarter" idx="12" hasCustomPrompt="1"/>
          </p:nvPr>
        </p:nvSpPr>
        <p:spPr bwMode="gray">
          <a:xfrm>
            <a:off x="-7200" y="3430800"/>
            <a:ext cx="60984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9" name="Picture Placeholder 2"/>
          <p:cNvSpPr>
            <a:spLocks noGrp="1"/>
          </p:cNvSpPr>
          <p:nvPr>
            <p:ph type="pic" sz="quarter" idx="11" hasCustomPrompt="1"/>
          </p:nvPr>
        </p:nvSpPr>
        <p:spPr bwMode="gray">
          <a:xfrm>
            <a:off x="6098400" y="0"/>
            <a:ext cx="60984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7" name="Picture Placeholder 1"/>
          <p:cNvSpPr>
            <a:spLocks noGrp="1"/>
          </p:cNvSpPr>
          <p:nvPr>
            <p:ph type="pic" sz="quarter" idx="10" hasCustomPrompt="1"/>
          </p:nvPr>
        </p:nvSpPr>
        <p:spPr bwMode="gray">
          <a:xfrm>
            <a:off x="-7200" y="0"/>
            <a:ext cx="60984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t" anchorCtr="0">
            <a:spAutoFit/>
          </a:bodyPr>
          <a:lstStyle>
            <a:lvl1pPr>
              <a:defRPr lang="en-US" dirty="0"/>
            </a:lvl1pPr>
          </a:lstStyle>
          <a:p>
            <a:pPr lvl="0"/>
            <a:r>
              <a:rPr lang="en-US" noProof="0" dirty="0"/>
              <a:t>Click to add title</a:t>
            </a:r>
          </a:p>
        </p:txBody>
      </p:sp>
    </p:spTree>
    <p:extLst>
      <p:ext uri="{BB962C8B-B14F-4D97-AF65-F5344CB8AC3E}">
        <p14:creationId xmlns:p14="http://schemas.microsoft.com/office/powerpoint/2010/main" val="5746141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6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010A4CBC-CA71-4748-BD7B-CA5DBB0A480A}"/>
              </a:ext>
            </a:extLst>
          </p:cNvPr>
          <p:cNvSpPr>
            <a:spLocks noGrp="1"/>
          </p:cNvSpPr>
          <p:nvPr>
            <p:ph type="ftr" sz="quarter" idx="16"/>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B9452A79-03F3-4ADC-BA22-73980563DB6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6"/>
          <p:cNvSpPr>
            <a:spLocks noGrp="1"/>
          </p:cNvSpPr>
          <p:nvPr>
            <p:ph type="pic" sz="quarter" idx="15" hasCustomPrompt="1"/>
          </p:nvPr>
        </p:nvSpPr>
        <p:spPr bwMode="gray">
          <a:xfrm>
            <a:off x="8136000" y="3430800"/>
            <a:ext cx="40656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5"/>
          <p:cNvSpPr>
            <a:spLocks noGrp="1"/>
          </p:cNvSpPr>
          <p:nvPr>
            <p:ph type="pic" sz="quarter" idx="14" hasCustomPrompt="1"/>
          </p:nvPr>
        </p:nvSpPr>
        <p:spPr bwMode="gray">
          <a:xfrm>
            <a:off x="4063200" y="3430800"/>
            <a:ext cx="40656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4"/>
          <p:cNvSpPr>
            <a:spLocks noGrp="1"/>
          </p:cNvSpPr>
          <p:nvPr>
            <p:ph type="pic" sz="quarter" idx="13" hasCustomPrompt="1"/>
          </p:nvPr>
        </p:nvSpPr>
        <p:spPr bwMode="gray">
          <a:xfrm>
            <a:off x="-7200" y="3430800"/>
            <a:ext cx="40656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1" name="Picture Placeholder 3"/>
          <p:cNvSpPr>
            <a:spLocks noGrp="1"/>
          </p:cNvSpPr>
          <p:nvPr>
            <p:ph type="pic" sz="quarter" idx="12" hasCustomPrompt="1"/>
          </p:nvPr>
        </p:nvSpPr>
        <p:spPr bwMode="gray">
          <a:xfrm>
            <a:off x="8136000" y="0"/>
            <a:ext cx="40656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3200" y="0"/>
            <a:ext cx="40656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0"/>
            <a:ext cx="40656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2" name="Title"/>
          <p:cNvSpPr>
            <a:spLocks noGrp="1"/>
          </p:cNvSpPr>
          <p:nvPr>
            <p:ph type="title" hasCustomPrompt="1"/>
          </p:nvPr>
        </p:nvSpPr>
        <p:spPr/>
        <p:txBody>
          <a:bodyPr vert="horz" wrap="square" lIns="450000" tIns="144000" rIns="90000" bIns="144000" rtlCol="0" anchor="t" anchorCtr="0">
            <a:spAutoFit/>
          </a:bodyPr>
          <a:lstStyle>
            <a:lvl1pPr>
              <a:defRPr lang="en-US" dirty="0"/>
            </a:lvl1pPr>
          </a:lstStyle>
          <a:p>
            <a:pPr lvl="0"/>
            <a:r>
              <a:rPr lang="en-US" noProof="0" dirty="0"/>
              <a:t>Click to add title</a:t>
            </a:r>
          </a:p>
        </p:txBody>
      </p:sp>
    </p:spTree>
    <p:extLst>
      <p:ext uri="{BB962C8B-B14F-4D97-AF65-F5344CB8AC3E}">
        <p14:creationId xmlns:p14="http://schemas.microsoft.com/office/powerpoint/2010/main" val="13536137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9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3B7F431F-6C16-4EAF-9D55-96329CEFBE38}"/>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BE701F0-2D10-4EB7-BFE4-BEEC39397E9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20" name="Picture Placeholder 9"/>
          <p:cNvSpPr>
            <a:spLocks noGrp="1"/>
          </p:cNvSpPr>
          <p:nvPr>
            <p:ph type="pic" sz="quarter" idx="18" hasCustomPrompt="1"/>
          </p:nvPr>
        </p:nvSpPr>
        <p:spPr bwMode="gray">
          <a:xfrm>
            <a:off x="8136000" y="4572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9" name="Picture Placeholder 8"/>
          <p:cNvSpPr>
            <a:spLocks noGrp="1"/>
          </p:cNvSpPr>
          <p:nvPr>
            <p:ph type="pic" sz="quarter" idx="17" hasCustomPrompt="1"/>
          </p:nvPr>
        </p:nvSpPr>
        <p:spPr bwMode="gray">
          <a:xfrm>
            <a:off x="4064400" y="4572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8" name="Picture Placeholder 7"/>
          <p:cNvSpPr>
            <a:spLocks noGrp="1"/>
          </p:cNvSpPr>
          <p:nvPr>
            <p:ph type="pic" sz="quarter" idx="16" hasCustomPrompt="1"/>
          </p:nvPr>
        </p:nvSpPr>
        <p:spPr bwMode="gray">
          <a:xfrm>
            <a:off x="-7200" y="4572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7" name="Picture Placeholder 6"/>
          <p:cNvSpPr>
            <a:spLocks noGrp="1"/>
          </p:cNvSpPr>
          <p:nvPr>
            <p:ph type="pic" sz="quarter" idx="15" hasCustomPrompt="1"/>
          </p:nvPr>
        </p:nvSpPr>
        <p:spPr bwMode="gray">
          <a:xfrm>
            <a:off x="8136000" y="2286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6" name="Picture Placeholder 5"/>
          <p:cNvSpPr>
            <a:spLocks noGrp="1"/>
          </p:cNvSpPr>
          <p:nvPr>
            <p:ph type="pic" sz="quarter" idx="14" hasCustomPrompt="1"/>
          </p:nvPr>
        </p:nvSpPr>
        <p:spPr bwMode="gray">
          <a:xfrm>
            <a:off x="4064400" y="2286000"/>
            <a:ext cx="4065600" cy="22860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5" name="Picture Placeholder 4"/>
          <p:cNvSpPr>
            <a:spLocks noGrp="1"/>
          </p:cNvSpPr>
          <p:nvPr>
            <p:ph type="pic" sz="quarter" idx="13" hasCustomPrompt="1"/>
          </p:nvPr>
        </p:nvSpPr>
        <p:spPr bwMode="gray">
          <a:xfrm>
            <a:off x="-7200" y="2286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4" name="Picture Placeholder 3"/>
          <p:cNvSpPr>
            <a:spLocks noGrp="1"/>
          </p:cNvSpPr>
          <p:nvPr>
            <p:ph type="pic" sz="quarter" idx="12" hasCustomPrompt="1"/>
          </p:nvPr>
        </p:nvSpPr>
        <p:spPr bwMode="gray">
          <a:xfrm>
            <a:off x="8136000" y="0"/>
            <a:ext cx="4065600" cy="2286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3" name="Picture Placeholder 2"/>
          <p:cNvSpPr>
            <a:spLocks noGrp="1"/>
          </p:cNvSpPr>
          <p:nvPr>
            <p:ph type="pic" sz="quarter" idx="11" hasCustomPrompt="1"/>
          </p:nvPr>
        </p:nvSpPr>
        <p:spPr bwMode="gray">
          <a:xfrm>
            <a:off x="4064400" y="0"/>
            <a:ext cx="4065600" cy="2286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0"/>
            <a:ext cx="4065600" cy="2286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4" name="Titel 3">
            <a:extLst>
              <a:ext uri="{FF2B5EF4-FFF2-40B4-BE49-F238E27FC236}">
                <a16:creationId xmlns:a16="http://schemas.microsoft.com/office/drawing/2014/main" id="{3F61FA7E-5635-DAD6-63A6-B3F4AB3D8F95}"/>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7040205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dirty="0">
              <a:solidFill>
                <a:schemeClr val="bg1"/>
              </a:solidFill>
              <a:latin typeface="Arial" pitchFamily="34" charset="0"/>
              <a:cs typeface="Arial" pitchFamily="34" charset="0"/>
            </a:endParaRPr>
          </a:p>
        </p:txBody>
      </p:sp>
      <p:sp>
        <p:nvSpPr>
          <p:cNvPr id="4" name="Footer Placeholder">
            <a:extLst>
              <a:ext uri="{FF2B5EF4-FFF2-40B4-BE49-F238E27FC236}">
                <a16:creationId xmlns:a16="http://schemas.microsoft.com/office/drawing/2014/main" id="{22B7274A-E314-4ED9-80AF-92D22D8B8AB2}"/>
              </a:ext>
            </a:extLst>
          </p:cNvPr>
          <p:cNvSpPr>
            <a:spLocks noGrp="1"/>
          </p:cNvSpPr>
          <p:nvPr>
            <p:ph type="ftr" sz="quarter" idx="18"/>
          </p:nvPr>
        </p:nvSpPr>
        <p:spPr/>
        <p:txBody>
          <a:bodyPr/>
          <a:lstStyle/>
          <a:p>
            <a:r>
              <a:rPr lang="en-US" dirty="0"/>
              <a:t>Footer text</a:t>
            </a:r>
          </a:p>
        </p:txBody>
      </p:sp>
      <p:sp>
        <p:nvSpPr>
          <p:cNvPr id="5" name="Slide Number Placeholder">
            <a:extLst>
              <a:ext uri="{FF2B5EF4-FFF2-40B4-BE49-F238E27FC236}">
                <a16:creationId xmlns:a16="http://schemas.microsoft.com/office/drawing/2014/main" id="{BC03AE38-4298-4D83-888D-DAB5D4938648}"/>
              </a:ext>
            </a:extLst>
          </p:cNvPr>
          <p:cNvSpPr>
            <a:spLocks noGrp="1"/>
          </p:cNvSpPr>
          <p:nvPr>
            <p:ph type="sldNum" sz="quarter" idx="19"/>
          </p:nvPr>
        </p:nvSpPr>
        <p:spPr/>
        <p:txBody>
          <a:bodyPr/>
          <a:lstStyle/>
          <a:p>
            <a:fld id="{A930EF64-91C9-4EBD-82F9-3643AB15A28C}" type="slidenum">
              <a:rPr lang="en-US" smtClean="0"/>
              <a:pPr/>
              <a:t>‹#›</a:t>
            </a:fld>
            <a:endParaRPr lang="en-US" dirty="0"/>
          </a:p>
        </p:txBody>
      </p:sp>
      <p:sp>
        <p:nvSpPr>
          <p:cNvPr id="3"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r>
              <a:rPr lang="en-US" noProof="0" dirty="0"/>
              <a:t>Click on symbol to add v</a:t>
            </a:r>
            <a:r>
              <a:rPr lang="en-US" dirty="0" err="1"/>
              <a:t>ideo</a:t>
            </a:r>
            <a:r>
              <a:rPr lang="en-US" dirty="0"/>
              <a:t> in 16:9 </a:t>
            </a:r>
            <a:r>
              <a:rPr lang="en-US" dirty="0" err="1"/>
              <a:t>format</a:t>
            </a:r>
            <a:endParaRPr lang="en-US" dirty="0"/>
          </a:p>
        </p:txBody>
      </p:sp>
    </p:spTree>
    <p:extLst>
      <p:ext uri="{BB962C8B-B14F-4D97-AF65-F5344CB8AC3E}">
        <p14:creationId xmlns:p14="http://schemas.microsoft.com/office/powerpoint/2010/main" val="21555876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Graphics">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6D1787AB-6D34-4497-8839-CEB0A1A22779}"/>
              </a:ext>
            </a:extLst>
          </p:cNvPr>
          <p:cNvSpPr>
            <a:spLocks noGrp="1"/>
          </p:cNvSpPr>
          <p:nvPr>
            <p:ph type="ftr" sz="quarter" idx="14"/>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A3BAD292-9C8A-4178-A096-3F282FE0B149}"/>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panose="05000000000000000000" pitchFamily="2" charset="2"/>
              <a:buNone/>
              <a:defRPr/>
            </a:lvl1pPr>
          </a:lstStyle>
          <a:p>
            <a:r>
              <a:rPr lang="en-US" noProof="0"/>
              <a:t>Click on symbol to add diagram/chart</a:t>
            </a:r>
          </a:p>
        </p:txBody>
      </p:sp>
      <p:sp>
        <p:nvSpPr>
          <p:cNvPr id="2" name="Title">
            <a:extLst>
              <a:ext uri="{FF2B5EF4-FFF2-40B4-BE49-F238E27FC236}">
                <a16:creationId xmlns:a16="http://schemas.microsoft.com/office/drawing/2014/main" id="{4875A038-76B6-4E5E-9461-7B75B0E9323F}"/>
              </a:ext>
            </a:extLst>
          </p:cNvPr>
          <p:cNvSpPr>
            <a:spLocks noGrp="1"/>
          </p:cNvSpPr>
          <p:nvPr>
            <p:ph type="title" hasCustomPrompt="1"/>
          </p:nvPr>
        </p:nvSpPr>
        <p:spPr/>
        <p:txBody>
          <a:bodyPr/>
          <a:lstStyle>
            <a:lvl1pPr>
              <a:defRPr/>
            </a:lvl1pPr>
          </a:lstStyle>
          <a:p>
            <a:r>
              <a:rPr lang="en-US" noProof="0" dirty="0"/>
              <a:t>Click to add title</a:t>
            </a:r>
          </a:p>
        </p:txBody>
      </p:sp>
    </p:spTree>
    <p:extLst>
      <p:ext uri="{BB962C8B-B14F-4D97-AF65-F5344CB8AC3E}">
        <p14:creationId xmlns:p14="http://schemas.microsoft.com/office/powerpoint/2010/main" val="172845117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40FB082D-0528-4AB0-982F-BB0D654F93F6}"/>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263F52BA-04FF-44FB-AFBA-C472EAF2E03C}"/>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5" name="Table Placeholder">
            <a:extLst>
              <a:ext uri="{FF2B5EF4-FFF2-40B4-BE49-F238E27FC236}">
                <a16:creationId xmlns:a16="http://schemas.microsoft.com/office/drawing/2014/main" id="{67524011-23C3-4303-A154-1A435121F38C}"/>
              </a:ext>
            </a:extLst>
          </p:cNvPr>
          <p:cNvSpPr>
            <a:spLocks noGrp="1"/>
          </p:cNvSpPr>
          <p:nvPr>
            <p:ph type="tbl" sz="quarter" idx="16" hasCustomPrompt="1"/>
          </p:nvPr>
        </p:nvSpPr>
        <p:spPr>
          <a:xfrm>
            <a:off x="0" y="1108800"/>
            <a:ext cx="12200400" cy="5752800"/>
          </a:xfrm>
        </p:spPr>
        <p:txBody>
          <a:bodyPr/>
          <a:lstStyle>
            <a:lvl1pPr marL="0" indent="0">
              <a:buNone/>
              <a:defRPr/>
            </a:lvl1pPr>
          </a:lstStyle>
          <a:p>
            <a:r>
              <a:rPr lang="en-US" noProof="0"/>
              <a:t>Click on symbol to add table</a:t>
            </a:r>
          </a:p>
        </p:txBody>
      </p:sp>
      <p:sp>
        <p:nvSpPr>
          <p:cNvPr id="2" name="Titel 1">
            <a:extLst>
              <a:ext uri="{FF2B5EF4-FFF2-40B4-BE49-F238E27FC236}">
                <a16:creationId xmlns:a16="http://schemas.microsoft.com/office/drawing/2014/main" id="{E20B4D83-E007-4FFB-7AB3-3C64823A34FE}"/>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274009544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2" name="Titel 1">
            <a:extLst>
              <a:ext uri="{FF2B5EF4-FFF2-40B4-BE49-F238E27FC236}">
                <a16:creationId xmlns:a16="http://schemas.microsoft.com/office/drawing/2014/main" id="{67FBA53B-A944-06F0-FE80-F3E811D3C8DD}"/>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21506508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Empty silver-blue">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3BC4754F-FBBF-564A-F9F1-0EB0D45DFDA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itle"/>
          <p:cNvSpPr>
            <a:spLocks noGrp="1"/>
          </p:cNvSpPr>
          <p:nvPr>
            <p:ph type="title" hasCustomPrompt="1"/>
          </p:nvPr>
        </p:nvSpPr>
        <p:spPr>
          <a:xfrm>
            <a:off x="-1" y="112233"/>
            <a:ext cx="10137600" cy="629367"/>
          </a:xfrm>
          <a:prstGeom prst="rect">
            <a:avLst/>
          </a:prstGeom>
        </p:spPr>
        <p:txBody>
          <a:bodyPr vert="horz" wrap="square" lIns="450000" tIns="144000" rIns="90000" bIns="144000" rtlCol="0" anchor="t" anchorCtr="0">
            <a:spAutoFit/>
          </a:bodyPr>
          <a:lstStyle>
            <a:lvl1pPr>
              <a:defRPr lang="en-US" noProof="0" dirty="0">
                <a:solidFill>
                  <a:schemeClr val="tx1"/>
                </a:solidFill>
              </a:defRPr>
            </a:lvl1pPr>
          </a:lstStyle>
          <a:p>
            <a:pPr marL="0" lvl="0"/>
            <a:r>
              <a:rPr lang="en-US" noProof="0" dirty="0"/>
              <a:t>Click to add title </a:t>
            </a:r>
          </a:p>
        </p:txBody>
      </p:sp>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Tree>
    <p:extLst>
      <p:ext uri="{BB962C8B-B14F-4D97-AF65-F5344CB8AC3E}">
        <p14:creationId xmlns:p14="http://schemas.microsoft.com/office/powerpoint/2010/main" val="15843828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act – EN">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0FABAA2E-4E9A-4460-887B-63388ECCD83C}"/>
              </a:ext>
            </a:extLst>
          </p:cNvPr>
          <p:cNvSpPr>
            <a:spLocks noGrp="1"/>
          </p:cNvSpPr>
          <p:nvPr>
            <p:ph type="ftr" sz="quarter" idx="12"/>
          </p:nvPr>
        </p:nvSpPr>
        <p:spPr/>
        <p:txBody>
          <a:bodyPr/>
          <a:lstStyle/>
          <a:p>
            <a:r>
              <a:rPr lang="en-US" noProof="0" dirty="0"/>
              <a:t>Footer text</a:t>
            </a:r>
          </a:p>
        </p:txBody>
      </p:sp>
      <p:sp>
        <p:nvSpPr>
          <p:cNvPr id="3" name="Slide Number Placeholder">
            <a:extLst>
              <a:ext uri="{FF2B5EF4-FFF2-40B4-BE49-F238E27FC236}">
                <a16:creationId xmlns:a16="http://schemas.microsoft.com/office/drawing/2014/main" id="{5272A250-950F-4B10-8016-B1DD44A8958C}"/>
              </a:ext>
            </a:extLst>
          </p:cNvPr>
          <p:cNvSpPr>
            <a:spLocks noGrp="1"/>
          </p:cNvSpPr>
          <p:nvPr>
            <p:ph type="sldNum" sz="quarter" idx="13"/>
          </p:nvPr>
        </p:nvSpPr>
        <p:spPr/>
        <p:txBody>
          <a:bodyPr/>
          <a:lstStyle/>
          <a:p>
            <a:fld id="{A930EF64-91C9-4EBD-82F9-3643AB15A28C}" type="slidenum">
              <a:rPr lang="en-US" noProof="0" smtClean="0"/>
              <a:pPr/>
              <a:t>‹#›</a:t>
            </a:fld>
            <a:endParaRPr lang="en-US" noProof="0" dirty="0"/>
          </a:p>
        </p:txBody>
      </p:sp>
      <p:sp>
        <p:nvSpPr>
          <p:cNvPr id="7" name="Legal Notes"/>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GmbH &amp; Co. KG</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2" name="Date Placeholder"/>
          <p:cNvSpPr>
            <a:spLocks noGrp="1"/>
          </p:cNvSpPr>
          <p:nvPr>
            <p:ph type="body" sz="quarter" idx="11" hasCustomPrompt="1"/>
          </p:nvPr>
        </p:nvSpPr>
        <p:spPr>
          <a:xfrm>
            <a:off x="3255495"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buFont typeface="Wingdings" panose="05000000000000000000" pitchFamily="2" charset="2"/>
              <a:buNone/>
            </a:pPr>
            <a:r>
              <a:rPr lang="en-US" altLang="en-US" sz="1600" noProof="0" dirty="0"/>
              <a:t>Phone:	+49 5246 963-0  </a:t>
            </a:r>
          </a:p>
          <a:p>
            <a:pPr>
              <a:buFont typeface="Wingdings" panose="05000000000000000000" pitchFamily="2" charset="2"/>
              <a:buNone/>
            </a:pPr>
            <a:r>
              <a:rPr lang="en-US" altLang="en-US" sz="1600" noProof="0" dirty="0"/>
              <a:t>E-mail:	info@beckhoff.com </a:t>
            </a:r>
          </a:p>
          <a:p>
            <a:pPr>
              <a:buFont typeface="Wingdings" panose="05000000000000000000" pitchFamily="2" charset="2"/>
              <a:buNone/>
            </a:pPr>
            <a:r>
              <a:rPr lang="en-US" altLang="en-US" sz="1600" noProof="0" dirty="0"/>
              <a:t>Web:	www.beckhoff.com </a:t>
            </a:r>
            <a:r>
              <a:rPr lang="en-US" altLang="en-US" sz="1600" b="1" noProof="0" dirty="0"/>
              <a:t> </a:t>
            </a:r>
          </a:p>
        </p:txBody>
      </p:sp>
      <p:sp>
        <p:nvSpPr>
          <p:cNvPr id="9" name="Address"/>
          <p:cNvSpPr txBox="1"/>
          <p:nvPr userDrawn="1"/>
        </p:nvSpPr>
        <p:spPr>
          <a:xfrm>
            <a:off x="4" y="1090800"/>
            <a:ext cx="6095998"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altLang="en-US" sz="1600" noProof="0" dirty="0"/>
              <a:t>Beckhoff Automation GmbH &amp; Co. KG </a:t>
            </a:r>
            <a:br>
              <a:rPr lang="en-US" altLang="en-US" sz="1600" noProof="0" dirty="0"/>
            </a:br>
            <a:r>
              <a:rPr lang="en-US" altLang="en-US" sz="1600" b="0" noProof="0" dirty="0"/>
              <a:t>Headquarters </a:t>
            </a:r>
            <a:br>
              <a:rPr lang="en-US" altLang="en-US" sz="1600" b="0" noProof="0" dirty="0"/>
            </a:br>
            <a:r>
              <a:rPr lang="en-US" altLang="en-US" sz="1600" b="0" noProof="0" dirty="0"/>
              <a:t>Huelshorstweg 20 </a:t>
            </a:r>
            <a:br>
              <a:rPr lang="en-US" altLang="en-US" sz="1600" b="0" noProof="0" dirty="0"/>
            </a:br>
            <a:r>
              <a:rPr lang="en-US" altLang="en-US" sz="1600" b="0" noProof="0" dirty="0"/>
              <a:t>33415 Verl </a:t>
            </a:r>
            <a:br>
              <a:rPr lang="en-US" altLang="en-US" sz="1600" b="0" noProof="0" dirty="0"/>
            </a:br>
            <a:r>
              <a:rPr lang="en-US" altLang="en-US" sz="1600" b="0" noProof="0" dirty="0"/>
              <a:t>Germany </a:t>
            </a:r>
          </a:p>
        </p:txBody>
      </p:sp>
      <p:sp>
        <p:nvSpPr>
          <p:cNvPr id="11" name="Title"/>
          <p:cNvSpPr txBox="1"/>
          <p:nvPr userDrawn="1"/>
        </p:nvSpPr>
        <p:spPr bwMode="white">
          <a:xfrm>
            <a:off x="-1" y="111600"/>
            <a:ext cx="10137600" cy="629367"/>
          </a:xfrm>
          <a:prstGeom prst="rect">
            <a:avLst/>
          </a:prstGeom>
        </p:spPr>
        <p:txBody>
          <a:bodyPr vert="horz" wrap="square" lIns="450000" tIns="144000" rIns="90000" bIns="144000" rtlCol="0" anchor="t" anchorCtr="0">
            <a:spAutoFit/>
          </a:bodyPr>
          <a:lstStyle>
            <a:defPPr>
              <a:defRPr lang="en-US"/>
            </a:defPPr>
            <a:lvl1pPr lvl="0">
              <a:spcBef>
                <a:spcPct val="0"/>
              </a:spcBef>
              <a:buNone/>
              <a:defRPr sz="2200" b="1" baseline="0">
                <a:solidFill>
                  <a:schemeClr val="bg1"/>
                </a:solidFill>
                <a:latin typeface="Arial" pitchFamily="34" charset="0"/>
                <a:ea typeface="+mj-ea"/>
                <a:cs typeface="Arial" pitchFamily="34" charset="0"/>
              </a:defRPr>
            </a:lvl1pPr>
          </a:lstStyle>
          <a:p>
            <a:pPr lvl="0"/>
            <a:r>
              <a:rPr lang="en-US" noProof="0" dirty="0">
                <a:solidFill>
                  <a:schemeClr val="tx1"/>
                </a:solidFill>
              </a:rPr>
              <a:t>Contact</a:t>
            </a:r>
          </a:p>
        </p:txBody>
      </p:sp>
    </p:spTree>
    <p:extLst>
      <p:ext uri="{BB962C8B-B14F-4D97-AF65-F5344CB8AC3E}">
        <p14:creationId xmlns:p14="http://schemas.microsoft.com/office/powerpoint/2010/main" val="20464259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act – D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001989"/>
            <a:ext cx="101536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lvl1pPr marL="3175" indent="-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de-DE" sz="1200" noProof="0" dirty="0">
                <a:latin typeface="+mj-lt"/>
              </a:rPr>
              <a:t>© Beckhoff Automation GmbH &amp; Co. KG</a:t>
            </a:r>
          </a:p>
          <a:p>
            <a:endParaRPr lang="de-DE" altLang="de-DE" sz="1200" noProof="0" dirty="0">
              <a:latin typeface="+mj-lt"/>
            </a:endParaRPr>
          </a:p>
          <a:p>
            <a:pPr>
              <a:buFont typeface="Wingdings" panose="05000000000000000000" pitchFamily="2" charset="2"/>
              <a:buNone/>
            </a:pPr>
            <a:r>
              <a:rPr lang="de-DE" altLang="de-DE" sz="1200" noProof="0" dirty="0">
                <a:latin typeface="+mj-lt"/>
              </a:rPr>
              <a:t>Alle Bilder sind urheberrechtlich geschützt. Die Weitergabe und Nutzung durch Dritte ist nicht gestattet.</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sz="1200" b="0" i="0" dirty="0">
                <a:solidFill>
                  <a:srgbClr val="111111"/>
                </a:solidFill>
                <a:effectLst/>
                <a:latin typeface="+mj-lt"/>
              </a:rPr>
              <a:t>Beckhoff</a:t>
            </a:r>
            <a:r>
              <a:rPr lang="de-DE" sz="1200" b="0" i="0" baseline="30000" dirty="0">
                <a:solidFill>
                  <a:srgbClr val="111111"/>
                </a:solidFill>
                <a:effectLst/>
                <a:latin typeface="+mj-lt"/>
              </a:rPr>
              <a:t>®</a:t>
            </a:r>
            <a:r>
              <a:rPr lang="de-DE" sz="1200" b="0" i="0" dirty="0">
                <a:solidFill>
                  <a:srgbClr val="111111"/>
                </a:solidFill>
                <a:effectLst/>
                <a:latin typeface="+mj-lt"/>
              </a:rPr>
              <a:t>, TwinCAT</a:t>
            </a:r>
            <a:r>
              <a:rPr lang="de-DE" sz="1200" b="0" i="0" baseline="30000" dirty="0">
                <a:solidFill>
                  <a:srgbClr val="111111"/>
                </a:solidFill>
                <a:effectLst/>
                <a:latin typeface="+mj-lt"/>
              </a:rPr>
              <a:t>®</a:t>
            </a:r>
            <a:r>
              <a:rPr lang="de-DE" sz="1200" b="0" i="0" dirty="0">
                <a:solidFill>
                  <a:srgbClr val="111111"/>
                </a:solidFill>
                <a:effectLst/>
                <a:latin typeface="+mj-lt"/>
              </a:rPr>
              <a:t>, TwinCAT/BSD</a:t>
            </a:r>
            <a:r>
              <a:rPr lang="de-DE" sz="1200" b="0" i="0" baseline="30000" dirty="0">
                <a:solidFill>
                  <a:srgbClr val="111111"/>
                </a:solidFill>
                <a:effectLst/>
                <a:latin typeface="+mj-lt"/>
              </a:rPr>
              <a:t>®</a:t>
            </a:r>
            <a:r>
              <a:rPr lang="de-DE" sz="1200" b="0" i="0" dirty="0">
                <a:solidFill>
                  <a:srgbClr val="111111"/>
                </a:solidFill>
                <a:effectLst/>
                <a:latin typeface="+mj-lt"/>
              </a:rPr>
              <a:t>, TC/BSD</a:t>
            </a:r>
            <a:r>
              <a:rPr lang="de-DE" sz="1200" b="0" i="0" baseline="30000" dirty="0">
                <a:solidFill>
                  <a:srgbClr val="111111"/>
                </a:solidFill>
                <a:effectLst/>
                <a:latin typeface="+mj-lt"/>
              </a:rPr>
              <a:t>®</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EtherCAT G</a:t>
            </a:r>
            <a:r>
              <a:rPr lang="de-DE" sz="1200" b="0" i="0" baseline="30000" dirty="0">
                <a:solidFill>
                  <a:srgbClr val="111111"/>
                </a:solidFill>
                <a:effectLst/>
                <a:latin typeface="+mj-lt"/>
              </a:rPr>
              <a:t>®</a:t>
            </a:r>
            <a:r>
              <a:rPr lang="de-DE" sz="1200" b="0" i="0" dirty="0">
                <a:solidFill>
                  <a:srgbClr val="111111"/>
                </a:solidFill>
                <a:effectLst/>
                <a:latin typeface="+mj-lt"/>
              </a:rPr>
              <a:t>, EtherCAT G10</a:t>
            </a:r>
            <a:r>
              <a:rPr lang="de-DE" sz="1200" b="0" i="0" baseline="30000" dirty="0">
                <a:solidFill>
                  <a:srgbClr val="111111"/>
                </a:solidFill>
                <a:effectLst/>
                <a:latin typeface="+mj-lt"/>
              </a:rPr>
              <a:t>®</a:t>
            </a:r>
            <a:r>
              <a:rPr lang="de-DE" sz="1200" b="0" i="0" dirty="0">
                <a:solidFill>
                  <a:srgbClr val="111111"/>
                </a:solidFill>
                <a:effectLst/>
                <a:latin typeface="+mj-lt"/>
              </a:rPr>
              <a:t>, EtherCAT P</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Safety</a:t>
            </a:r>
            <a:r>
              <a:rPr lang="de-DE" sz="1200" b="0" i="0" dirty="0">
                <a:solidFill>
                  <a:srgbClr val="111111"/>
                </a:solidFill>
                <a:effectLst/>
                <a:latin typeface="+mj-lt"/>
              </a:rPr>
              <a:t> </a:t>
            </a:r>
            <a:r>
              <a:rPr lang="de-DE" sz="1200" b="0" i="0" dirty="0" err="1">
                <a:solidFill>
                  <a:srgbClr val="111111"/>
                </a:solidFill>
                <a:effectLst/>
                <a:latin typeface="+mj-lt"/>
              </a:rPr>
              <a:t>over</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TwinSAFE</a:t>
            </a:r>
            <a:r>
              <a:rPr lang="de-DE" sz="1200" b="0" i="0" baseline="30000" dirty="0">
                <a:solidFill>
                  <a:srgbClr val="111111"/>
                </a:solidFill>
                <a:effectLst/>
                <a:latin typeface="+mj-lt"/>
              </a:rPr>
              <a:t>®</a:t>
            </a:r>
            <a:r>
              <a:rPr lang="de-DE" sz="1200" b="0" i="0" dirty="0">
                <a:solidFill>
                  <a:srgbClr val="111111"/>
                </a:solidFill>
                <a:effectLst/>
                <a:latin typeface="+mj-lt"/>
              </a:rPr>
              <a:t>, XFC</a:t>
            </a:r>
            <a:r>
              <a:rPr lang="de-DE" sz="1200" b="0" i="0" baseline="30000" dirty="0">
                <a:solidFill>
                  <a:srgbClr val="111111"/>
                </a:solidFill>
                <a:effectLst/>
                <a:latin typeface="+mj-lt"/>
              </a:rPr>
              <a:t>®</a:t>
            </a:r>
            <a:r>
              <a:rPr lang="de-DE" sz="1200" b="0" i="0" dirty="0">
                <a:solidFill>
                  <a:srgbClr val="111111"/>
                </a:solidFill>
                <a:effectLst/>
                <a:latin typeface="+mj-lt"/>
              </a:rPr>
              <a:t>, XTS</a:t>
            </a:r>
            <a:r>
              <a:rPr lang="de-DE" sz="1200" b="0" i="0" baseline="30000" dirty="0">
                <a:solidFill>
                  <a:srgbClr val="111111"/>
                </a:solidFill>
                <a:effectLst/>
                <a:latin typeface="+mj-lt"/>
              </a:rPr>
              <a:t>®</a:t>
            </a:r>
            <a:r>
              <a:rPr lang="de-DE" sz="1200" b="0" i="0" dirty="0">
                <a:solidFill>
                  <a:srgbClr val="111111"/>
                </a:solidFill>
                <a:effectLst/>
                <a:latin typeface="+mj-lt"/>
              </a:rPr>
              <a:t> und </a:t>
            </a:r>
            <a:r>
              <a:rPr lang="de-DE" sz="1200" b="0" i="0" dirty="0" err="1">
                <a:solidFill>
                  <a:srgbClr val="111111"/>
                </a:solidFill>
                <a:effectLst/>
                <a:latin typeface="+mj-lt"/>
              </a:rPr>
              <a:t>XPlanar</a:t>
            </a:r>
            <a:r>
              <a:rPr lang="de-DE" sz="1200" b="0" i="0" baseline="30000" dirty="0">
                <a:solidFill>
                  <a:srgbClr val="111111"/>
                </a:solidFill>
                <a:effectLst/>
                <a:latin typeface="+mj-lt"/>
              </a:rPr>
              <a:t>®</a:t>
            </a:r>
            <a:r>
              <a:rPr lang="de-DE" sz="1200" b="0" i="0" dirty="0">
                <a:solidFill>
                  <a:srgbClr val="111111"/>
                </a:solidFill>
                <a:effectLst/>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altLang="de-DE" sz="1200" noProof="0" dirty="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p>
        </p:txBody>
      </p:sp>
      <p:sp>
        <p:nvSpPr>
          <p:cNvPr id="8" name="Date Placeholder"/>
          <p:cNvSpPr>
            <a:spLocks noGrp="1"/>
          </p:cNvSpPr>
          <p:nvPr>
            <p:ph type="body" sz="quarter" idx="11" hasCustomPrompt="1"/>
          </p:nvPr>
        </p:nvSpPr>
        <p:spPr>
          <a:xfrm>
            <a:off x="3255495" y="4022394"/>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spcBef>
                <a:spcPct val="50000"/>
              </a:spcBef>
              <a:buFont typeface="Wingdings" panose="05000000000000000000" pitchFamily="2" charset="2"/>
              <a:buNone/>
            </a:pPr>
            <a:r>
              <a:rPr lang="de-DE" altLang="de-DE" sz="1600" noProof="0" dirty="0"/>
              <a:t>Telefon:	+49 5246 963-0  </a:t>
            </a:r>
          </a:p>
          <a:p>
            <a:pPr>
              <a:buFont typeface="Wingdings" panose="05000000000000000000" pitchFamily="2" charset="2"/>
              <a:buNone/>
            </a:pPr>
            <a:r>
              <a:rPr lang="de-DE" altLang="de-DE" sz="1600" noProof="0" dirty="0"/>
              <a:t>E-Mail:	info@beckhoff.com</a:t>
            </a:r>
          </a:p>
          <a:p>
            <a:pPr>
              <a:buFont typeface="Wingdings" panose="05000000000000000000" pitchFamily="2" charset="2"/>
              <a:buNone/>
            </a:pPr>
            <a:r>
              <a:rPr lang="de-DE" altLang="de-DE" sz="1600" noProof="0" dirty="0"/>
              <a:t>Web:	www.beckhoff.com</a:t>
            </a:r>
            <a:r>
              <a:rPr lang="de-DE" altLang="de-DE" sz="1600" b="1" noProof="0" dirty="0"/>
              <a:t> </a:t>
            </a:r>
          </a:p>
        </p:txBody>
      </p:sp>
      <p:sp>
        <p:nvSpPr>
          <p:cNvPr id="9" name="Address"/>
          <p:cNvSpPr txBox="1"/>
          <p:nvPr userDrawn="1"/>
        </p:nvSpPr>
        <p:spPr>
          <a:xfrm>
            <a:off x="3" y="1090800"/>
            <a:ext cx="6095997"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lvl="0" indent="0">
              <a:spcBef>
                <a:spcPts val="0"/>
              </a:spcBef>
              <a:buNone/>
            </a:pPr>
            <a:r>
              <a:rPr lang="de-DE" altLang="de-DE" sz="1600" noProof="0" dirty="0"/>
              <a:t>Beckhoff Automation GmbH &amp; Co. KG </a:t>
            </a:r>
            <a:br>
              <a:rPr lang="de-DE" altLang="de-DE" sz="1600" noProof="0" dirty="0"/>
            </a:br>
            <a:r>
              <a:rPr lang="de-DE" altLang="de-DE" sz="1600" b="0" noProof="0" dirty="0">
                <a:solidFill>
                  <a:srgbClr val="000000"/>
                </a:solidFill>
                <a:latin typeface="Arial"/>
                <a:cs typeface="+mn-cs"/>
              </a:rPr>
              <a:t>Unternehmenszentrale</a:t>
            </a:r>
          </a:p>
          <a:p>
            <a:pPr marL="0" lvl="0" indent="0">
              <a:spcBef>
                <a:spcPts val="0"/>
              </a:spcBef>
              <a:buNone/>
            </a:pPr>
            <a:r>
              <a:rPr lang="de-DE" altLang="de-DE" sz="1600" b="0" noProof="0" dirty="0">
                <a:solidFill>
                  <a:srgbClr val="000000"/>
                </a:solidFill>
                <a:latin typeface="Arial"/>
                <a:cs typeface="+mn-cs"/>
              </a:rPr>
              <a:t>Hülshorstweg 20</a:t>
            </a:r>
          </a:p>
          <a:p>
            <a:pPr marL="0" lvl="0" indent="0">
              <a:spcBef>
                <a:spcPts val="0"/>
              </a:spcBef>
              <a:buNone/>
            </a:pPr>
            <a:r>
              <a:rPr lang="de-DE" altLang="de-DE" sz="1600" b="0" noProof="0" dirty="0">
                <a:solidFill>
                  <a:srgbClr val="000000"/>
                </a:solidFill>
                <a:latin typeface="Arial"/>
                <a:cs typeface="+mn-cs"/>
              </a:rPr>
              <a:t>33415 Verl</a:t>
            </a:r>
          </a:p>
          <a:p>
            <a:pPr marL="0" lvl="0" indent="0">
              <a:spcBef>
                <a:spcPts val="0"/>
              </a:spcBef>
              <a:buNone/>
            </a:pPr>
            <a:r>
              <a:rPr lang="de-DE" altLang="de-DE" sz="1600" b="0" noProof="0" dirty="0">
                <a:solidFill>
                  <a:srgbClr val="000000"/>
                </a:solidFill>
                <a:latin typeface="Arial"/>
                <a:cs typeface="+mn-cs"/>
              </a:rPr>
              <a:t>Deutschland</a:t>
            </a:r>
          </a:p>
          <a:p>
            <a:pPr lvl="0"/>
            <a:endParaRPr lang="de-DE" altLang="de-DE" sz="1600" b="0" noProof="0" dirty="0"/>
          </a:p>
        </p:txBody>
      </p:sp>
      <p:sp>
        <p:nvSpPr>
          <p:cNvPr id="11" name="Title"/>
          <p:cNvSpPr txBox="1"/>
          <p:nvPr userDrawn="1"/>
        </p:nvSpPr>
        <p:spPr bwMode="white">
          <a:xfrm>
            <a:off x="-1" y="111600"/>
            <a:ext cx="10137600" cy="629367"/>
          </a:xfrm>
          <a:prstGeom prst="rect">
            <a:avLst/>
          </a:prstGeom>
        </p:spPr>
        <p:txBody>
          <a:bodyPr vert="horz" wrap="square" lIns="450000" tIns="144000" rIns="90000" bIns="144000" rtlCol="0" anchor="t" anchorCtr="0">
            <a:spAutoFit/>
          </a:bodyPr>
          <a:lstStyle>
            <a:lvl1pPr>
              <a:spcBef>
                <a:spcPct val="0"/>
              </a:spcBef>
              <a:buNone/>
              <a:defRPr sz="2200" b="1" baseline="0">
                <a:solidFill>
                  <a:schemeClr val="bg1"/>
                </a:solidFill>
                <a:latin typeface="Arial" pitchFamily="34" charset="0"/>
                <a:ea typeface="+mj-ea"/>
                <a:cs typeface="Arial" pitchFamily="34" charset="0"/>
              </a:defRPr>
            </a:lvl1pPr>
          </a:lstStyle>
          <a:p>
            <a:pPr lvl="0"/>
            <a:r>
              <a:rPr lang="de-DE" noProof="0" dirty="0">
                <a:solidFill>
                  <a:schemeClr val="tx1"/>
                </a:solidFill>
              </a:rPr>
              <a:t>Kontakt </a:t>
            </a:r>
          </a:p>
        </p:txBody>
      </p:sp>
    </p:spTree>
    <p:extLst>
      <p:ext uri="{BB962C8B-B14F-4D97-AF65-F5344CB8AC3E}">
        <p14:creationId xmlns:p14="http://schemas.microsoft.com/office/powerpoint/2010/main" val="3211096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act – Country-specific">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13" name="Legal Notes">
            <a:extLst>
              <a:ext uri="{FF2B5EF4-FFF2-40B4-BE49-F238E27FC236}">
                <a16:creationId xmlns:a16="http://schemas.microsoft.com/office/drawing/2014/main" id="{FB0F8624-008F-47A1-8364-BC96B920ADA6}"/>
              </a:ext>
            </a:extLst>
          </p:cNvPr>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4" name="Date Placeholder">
            <a:extLst>
              <a:ext uri="{FF2B5EF4-FFF2-40B4-BE49-F238E27FC236}">
                <a16:creationId xmlns:a16="http://schemas.microsoft.com/office/drawing/2014/main" id="{D58367F0-49D0-49AE-B9D1-CF63427C3E5A}"/>
              </a:ext>
            </a:extLst>
          </p:cNvPr>
          <p:cNvSpPr>
            <a:spLocks noGrp="1"/>
          </p:cNvSpPr>
          <p:nvPr>
            <p:ph type="body" sz="quarter" idx="11" hasCustomPrompt="1"/>
          </p:nvPr>
        </p:nvSpPr>
        <p:spPr>
          <a:xfrm>
            <a:off x="2040500"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27" name="Phone, Mail, Web Placeholder">
            <a:extLst>
              <a:ext uri="{FF2B5EF4-FFF2-40B4-BE49-F238E27FC236}">
                <a16:creationId xmlns:a16="http://schemas.microsoft.com/office/drawing/2014/main" id="{CD68DB35-B7DC-45D7-8D3B-4237236AEDB1}"/>
              </a:ext>
            </a:extLst>
          </p:cNvPr>
          <p:cNvSpPr>
            <a:spLocks noGrp="1"/>
          </p:cNvSpPr>
          <p:nvPr>
            <p:ph type="body" sz="quarter" idx="16" hasCustomPrompt="1"/>
          </p:nvPr>
        </p:nvSpPr>
        <p:spPr>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r>
              <a:rPr lang="en-US" noProof="0"/>
              <a:t>Phone:    … </a:t>
            </a:r>
            <a:br>
              <a:rPr lang="en-US" noProof="0"/>
            </a:br>
            <a:r>
              <a:rPr lang="en-US" noProof="0"/>
              <a:t>E-mail:    …</a:t>
            </a:r>
            <a:br>
              <a:rPr lang="en-US" noProof="0"/>
            </a:br>
            <a:r>
              <a:rPr lang="en-US" noProof="0"/>
              <a:t>Web:       …</a:t>
            </a:r>
          </a:p>
        </p:txBody>
      </p:sp>
      <p:sp>
        <p:nvSpPr>
          <p:cNvPr id="12" name="Address Placeholder">
            <a:extLst>
              <a:ext uri="{FF2B5EF4-FFF2-40B4-BE49-F238E27FC236}">
                <a16:creationId xmlns:a16="http://schemas.microsoft.com/office/drawing/2014/main" id="{1BE23ED5-17AC-4930-BA35-81B604872F42}"/>
              </a:ext>
            </a:extLst>
          </p:cNvPr>
          <p:cNvSpPr>
            <a:spLocks noGrp="1"/>
          </p:cNvSpPr>
          <p:nvPr>
            <p:ph type="body" sz="quarter" idx="14" hasCustomPrompt="1"/>
          </p:nvPr>
        </p:nvSpPr>
        <p:spPr>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r>
              <a:rPr lang="en-US" noProof="0"/>
              <a:t>Subsidiary name </a:t>
            </a:r>
            <a:br>
              <a:rPr lang="en-US" noProof="0"/>
            </a:br>
            <a:r>
              <a:rPr lang="en-US" noProof="0"/>
              <a:t>and address details </a:t>
            </a:r>
          </a:p>
        </p:txBody>
      </p:sp>
      <p:sp>
        <p:nvSpPr>
          <p:cNvPr id="5" name="Title">
            <a:extLst>
              <a:ext uri="{FF2B5EF4-FFF2-40B4-BE49-F238E27FC236}">
                <a16:creationId xmlns:a16="http://schemas.microsoft.com/office/drawing/2014/main" id="{19FC4D1F-B4C7-47E6-B598-C1C778E645C7}"/>
              </a:ext>
            </a:extLst>
          </p:cNvPr>
          <p:cNvSpPr>
            <a:spLocks noGrp="1"/>
          </p:cNvSpPr>
          <p:nvPr>
            <p:ph type="title" hasCustomPrompt="1"/>
          </p:nvPr>
        </p:nvSpPr>
        <p:spPr/>
        <p:txBody>
          <a:bodyPr/>
          <a:lstStyle>
            <a:lvl1pPr>
              <a:defRPr/>
            </a:lvl1pPr>
          </a:lstStyle>
          <a:p>
            <a:r>
              <a:rPr lang="en-US" dirty="0"/>
              <a:t>Click to add title</a:t>
            </a:r>
          </a:p>
        </p:txBody>
      </p:sp>
    </p:spTree>
    <p:extLst>
      <p:ext uri="{BB962C8B-B14F-4D97-AF65-F5344CB8AC3E}">
        <p14:creationId xmlns:p14="http://schemas.microsoft.com/office/powerpoint/2010/main" val="474037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theme" Target="../theme/theme2.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4"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3" name="White"/>
            <p:cNvSpPr/>
            <p:nvPr userDrawn="1"/>
          </p:nvSpPr>
          <p:spPr bwMode="ltGray">
            <a:xfrm>
              <a:off x="1" y="1086504"/>
              <a:ext cx="9143999" cy="577579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noProof="0">
                <a:solidFill>
                  <a:schemeClr val="bg1"/>
                </a:solidFill>
                <a:latin typeface="Arial" pitchFamily="34" charset="0"/>
                <a:cs typeface="Arial" pitchFamily="34" charset="0"/>
              </a:endParaRPr>
            </a:p>
          </p:txBody>
        </p:sp>
      </p:grpSp>
      <p:sp>
        <p:nvSpPr>
          <p:cNvPr id="19"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pitchFamily="34" charset="0"/>
                <a:cs typeface="Arial" pitchFamily="34" charset="0"/>
              </a:defRPr>
            </a:lvl1pPr>
          </a:lstStyle>
          <a:p>
            <a:r>
              <a:rPr lang="en-US" noProof="0"/>
              <a:t>Footer text</a:t>
            </a:r>
          </a:p>
        </p:txBody>
      </p:sp>
      <p:sp>
        <p:nvSpPr>
          <p:cNvPr id="20"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pitchFamily="34" charset="0"/>
                <a:cs typeface="Arial" pitchFamily="34" charset="0"/>
              </a:defRPr>
            </a:lvl1pPr>
          </a:lstStyle>
          <a:p>
            <a:fld id="{A930EF64-91C9-4EBD-82F9-3643AB15A28C}" type="slidenum">
              <a:rPr lang="en-US" noProof="0" smtClean="0"/>
              <a:pPr/>
              <a:t>‹#›</a:t>
            </a:fld>
            <a:endParaRPr lang="en-US" noProof="0"/>
          </a:p>
        </p:txBody>
      </p:sp>
      <p:sp>
        <p:nvSpPr>
          <p:cNvPr id="18"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2" name="Title"/>
          <p:cNvSpPr>
            <a:spLocks noGrp="1"/>
          </p:cNvSpPr>
          <p:nvPr>
            <p:ph type="title"/>
          </p:nvPr>
        </p:nvSpPr>
        <p:spPr bwMode="white">
          <a:xfrm>
            <a:off x="-1" y="450787"/>
            <a:ext cx="10137600" cy="629367"/>
          </a:xfrm>
          <a:prstGeom prst="rect">
            <a:avLst/>
          </a:prstGeom>
        </p:spPr>
        <p:txBody>
          <a:bodyPr vert="horz" wrap="square" lIns="450000" tIns="144000" rIns="90000" bIns="144000" rtlCol="0" anchor="b" anchorCtr="0">
            <a:spAutoFit/>
          </a:bodyPr>
          <a:lstStyle/>
          <a:p>
            <a:r>
              <a:rPr lang="en-US" noProof="0" dirty="0"/>
              <a:t>Click to add title</a:t>
            </a:r>
          </a:p>
        </p:txBody>
      </p:sp>
      <p:pic>
        <p:nvPicPr>
          <p:cNvPr id="10" name="Logo"/>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10531993" y="602129"/>
            <a:ext cx="1256088" cy="342306"/>
          </a:xfrm>
          <a:prstGeom prst="rect">
            <a:avLst/>
          </a:prstGeom>
        </p:spPr>
      </p:pic>
    </p:spTree>
    <p:extLst>
      <p:ext uri="{BB962C8B-B14F-4D97-AF65-F5344CB8AC3E}">
        <p14:creationId xmlns:p14="http://schemas.microsoft.com/office/powerpoint/2010/main" val="980308538"/>
      </p:ext>
    </p:extLst>
  </p:cSld>
  <p:clrMap bg1="lt1" tx1="dk1" bg2="lt2" tx2="dk2" accent1="accent1" accent2="accent2" accent3="accent3" accent4="accent4" accent5="accent5" accent6="accent6" hlink="hlink" folHlink="folHlink"/>
  <p:sldLayoutIdLst>
    <p:sldLayoutId id="2147483736" r:id="rId1"/>
    <p:sldLayoutId id="2147483796" r:id="rId2"/>
    <p:sldLayoutId id="2147483795" r:id="rId3"/>
    <p:sldLayoutId id="2147483798" r:id="rId4"/>
    <p:sldLayoutId id="2147483713" r:id="rId5"/>
    <p:sldLayoutId id="2147483714" r:id="rId6"/>
    <p:sldLayoutId id="2147483717" r:id="rId7"/>
    <p:sldLayoutId id="2147483800" r:id="rId8"/>
    <p:sldLayoutId id="2147483715" r:id="rId9"/>
    <p:sldLayoutId id="2147483716" r:id="rId10"/>
    <p:sldLayoutId id="2147483720" r:id="rId11"/>
    <p:sldLayoutId id="2147483813" r:id="rId12"/>
    <p:sldLayoutId id="2147483814" r:id="rId13"/>
    <p:sldLayoutId id="2147483825" r:id="rId14"/>
    <p:sldLayoutId id="2147483816" r:id="rId15"/>
    <p:sldLayoutId id="2147483815" r:id="rId16"/>
    <p:sldLayoutId id="2147483820" r:id="rId17"/>
    <p:sldLayoutId id="2147483821" r:id="rId18"/>
    <p:sldLayoutId id="2147483822" r:id="rId19"/>
    <p:sldLayoutId id="2147483819" r:id="rId20"/>
    <p:sldLayoutId id="2147483817" r:id="rId21"/>
    <p:sldLayoutId id="2147483818" r:id="rId22"/>
    <p:sldLayoutId id="2147483829" r:id="rId23"/>
    <p:sldLayoutId id="2147483824" r:id="rId24"/>
    <p:sldLayoutId id="2147483831" r:id="rId25"/>
    <p:sldLayoutId id="2147483826" r:id="rId26"/>
    <p:sldLayoutId id="2147483827" r:id="rId27"/>
    <p:sldLayoutId id="2147483830" r:id="rId28"/>
  </p:sldLayoutIdLst>
  <p:hf sldNum="0" hdr="0" ftr="0" dt="0"/>
  <p:txStyles>
    <p:titleStyle>
      <a:lvl1pPr algn="l" defTabSz="914400" rtl="0" eaLnBrk="1" latinLnBrk="0" hangingPunct="1">
        <a:spcBef>
          <a:spcPct val="0"/>
        </a:spcBef>
        <a:buNone/>
        <a:defRPr sz="2200" b="1" kern="1200" baseline="0">
          <a:solidFill>
            <a:schemeClr val="bg1"/>
          </a:solidFill>
          <a:latin typeface="Arial" pitchFamily="34" charset="0"/>
          <a:ea typeface="+mj-ea"/>
          <a:cs typeface="Arial" pitchFamily="34" charset="0"/>
        </a:defRPr>
      </a:lvl1pPr>
    </p:titleStyle>
    <p:body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2200" kern="1200" baseline="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5124" userDrawn="1">
          <p15:clr>
            <a:srgbClr val="F26B43"/>
          </p15:clr>
        </p15:guide>
        <p15:guide id="3" pos="6396" userDrawn="1">
          <p15:clr>
            <a:srgbClr val="F26B43"/>
          </p15:clr>
        </p15:guide>
        <p15:guide id="4" pos="2556" userDrawn="1">
          <p15:clr>
            <a:srgbClr val="F26B43"/>
          </p15:clr>
        </p15:guide>
        <p15:guide id="5" pos="1284" userDrawn="1">
          <p15:clr>
            <a:srgbClr val="F26B43"/>
          </p15:clr>
        </p15:guide>
        <p15:guide id="6" orient="horz" pos="686" userDrawn="1">
          <p15:clr>
            <a:srgbClr val="F26B43"/>
          </p15:clr>
        </p15:guide>
        <p15:guide id="7" orient="horz" pos="1593" userDrawn="1">
          <p15:clr>
            <a:srgbClr val="F26B43"/>
          </p15:clr>
        </p15:guide>
        <p15:guide id="8" orient="horz" pos="2500" userDrawn="1">
          <p15:clr>
            <a:srgbClr val="F26B43"/>
          </p15:clr>
        </p15:guide>
        <p15:guide id="9" orient="horz" pos="340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4"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3" name="White"/>
            <p:cNvSpPr/>
            <p:nvPr userDrawn="1"/>
          </p:nvSpPr>
          <p:spPr bwMode="ltGray">
            <a:xfrm>
              <a:off x="1" y="0"/>
              <a:ext cx="9143999" cy="6862298"/>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noProof="0">
                <a:solidFill>
                  <a:schemeClr val="bg1"/>
                </a:solidFill>
                <a:latin typeface="Arial" pitchFamily="34" charset="0"/>
                <a:cs typeface="Arial" pitchFamily="34" charset="0"/>
              </a:endParaRPr>
            </a:p>
          </p:txBody>
        </p:sp>
      </p:grpSp>
      <p:sp>
        <p:nvSpPr>
          <p:cNvPr id="19"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pitchFamily="34" charset="0"/>
                <a:cs typeface="Arial" pitchFamily="34" charset="0"/>
              </a:defRPr>
            </a:lvl1pPr>
          </a:lstStyle>
          <a:p>
            <a:r>
              <a:rPr lang="en-US" noProof="0"/>
              <a:t>Footer text</a:t>
            </a:r>
          </a:p>
        </p:txBody>
      </p:sp>
      <p:sp>
        <p:nvSpPr>
          <p:cNvPr id="20"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pitchFamily="34" charset="0"/>
                <a:cs typeface="Arial" pitchFamily="34" charset="0"/>
              </a:defRPr>
            </a:lvl1pPr>
          </a:lstStyle>
          <a:p>
            <a:fld id="{A930EF64-91C9-4EBD-82F9-3643AB15A28C}" type="slidenum">
              <a:rPr lang="en-US" noProof="0" smtClean="0"/>
              <a:pPr/>
              <a:t>‹#›</a:t>
            </a:fld>
            <a:endParaRPr lang="en-US" noProof="0"/>
          </a:p>
        </p:txBody>
      </p:sp>
      <p:sp>
        <p:nvSpPr>
          <p:cNvPr id="18"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2" name="Title"/>
          <p:cNvSpPr>
            <a:spLocks noGrp="1"/>
          </p:cNvSpPr>
          <p:nvPr>
            <p:ph type="title"/>
          </p:nvPr>
        </p:nvSpPr>
        <p:spPr bwMode="white">
          <a:xfrm>
            <a:off x="-1" y="111600"/>
            <a:ext cx="10137600" cy="629367"/>
          </a:xfrm>
          <a:prstGeom prst="rect">
            <a:avLst/>
          </a:prstGeom>
        </p:spPr>
        <p:txBody>
          <a:bodyPr vert="horz" wrap="square" lIns="450000" tIns="144000" rIns="90000" bIns="144000" rtlCol="0" anchor="t" anchorCtr="0">
            <a:spAutoFit/>
          </a:bodyPr>
          <a:lstStyle/>
          <a:p>
            <a:r>
              <a:rPr lang="en-US" noProof="0" dirty="0"/>
              <a:t>Click to add title</a:t>
            </a:r>
          </a:p>
        </p:txBody>
      </p:sp>
      <p:pic>
        <p:nvPicPr>
          <p:cNvPr id="10" name="Logo"/>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10531993" y="602129"/>
            <a:ext cx="1256088" cy="342306"/>
          </a:xfrm>
          <a:prstGeom prst="rect">
            <a:avLst/>
          </a:prstGeom>
        </p:spPr>
      </p:pic>
    </p:spTree>
    <p:extLst>
      <p:ext uri="{BB962C8B-B14F-4D97-AF65-F5344CB8AC3E}">
        <p14:creationId xmlns:p14="http://schemas.microsoft.com/office/powerpoint/2010/main" val="3409542065"/>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859" r:id="rId13"/>
    <p:sldLayoutId id="2147483860" r:id="rId14"/>
    <p:sldLayoutId id="2147483861" r:id="rId15"/>
    <p:sldLayoutId id="2147483862" r:id="rId16"/>
    <p:sldLayoutId id="2147483863" r:id="rId17"/>
    <p:sldLayoutId id="2147483864" r:id="rId18"/>
    <p:sldLayoutId id="2147483865" r:id="rId19"/>
    <p:sldLayoutId id="2147483866" r:id="rId20"/>
    <p:sldLayoutId id="2147483867" r:id="rId21"/>
    <p:sldLayoutId id="2147483868" r:id="rId22"/>
    <p:sldLayoutId id="2147483869" r:id="rId23"/>
    <p:sldLayoutId id="2147483870" r:id="rId24"/>
    <p:sldLayoutId id="2147483871" r:id="rId25"/>
    <p:sldLayoutId id="2147483873" r:id="rId26"/>
    <p:sldLayoutId id="2147483874" r:id="rId27"/>
    <p:sldLayoutId id="2147483875" r:id="rId28"/>
  </p:sldLayoutIdLst>
  <p:hf sldNum="0" hdr="0" ftr="0" dt="0"/>
  <p:txStyles>
    <p:titleStyle>
      <a:lvl1pPr algn="l" defTabSz="914400" rtl="0" eaLnBrk="1" latinLnBrk="0" hangingPunct="1">
        <a:spcBef>
          <a:spcPct val="0"/>
        </a:spcBef>
        <a:buNone/>
        <a:defRPr sz="2200" b="1" kern="1200" baseline="0">
          <a:solidFill>
            <a:schemeClr val="tx1"/>
          </a:solidFill>
          <a:latin typeface="Arial" pitchFamily="34" charset="0"/>
          <a:ea typeface="+mj-ea"/>
          <a:cs typeface="Arial" pitchFamily="34" charset="0"/>
        </a:defRPr>
      </a:lvl1pPr>
    </p:titleStyle>
    <p:body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2200" kern="1200" baseline="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5124" userDrawn="1">
          <p15:clr>
            <a:srgbClr val="F26B43"/>
          </p15:clr>
        </p15:guide>
        <p15:guide id="3" pos="6396" userDrawn="1">
          <p15:clr>
            <a:srgbClr val="F26B43"/>
          </p15:clr>
        </p15:guide>
        <p15:guide id="4" pos="2556" userDrawn="1">
          <p15:clr>
            <a:srgbClr val="F26B43"/>
          </p15:clr>
        </p15:guide>
        <p15:guide id="5" pos="1284" userDrawn="1">
          <p15:clr>
            <a:srgbClr val="F26B43"/>
          </p15:clr>
        </p15:guide>
        <p15:guide id="6" orient="horz" userDrawn="1">
          <p15:clr>
            <a:srgbClr val="F26B43"/>
          </p15:clr>
        </p15:guide>
        <p15:guide id="7" orient="horz" pos="1080" userDrawn="1">
          <p15:clr>
            <a:srgbClr val="F26B43"/>
          </p15:clr>
        </p15:guide>
        <p15:guide id="8" orient="horz" pos="2160" userDrawn="1">
          <p15:clr>
            <a:srgbClr val="F26B43"/>
          </p15:clr>
        </p15:guide>
        <p15:guide id="9" orient="horz" pos="32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3.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p:cNvSpPr>
            <a:spLocks noGrp="1"/>
          </p:cNvSpPr>
          <p:nvPr>
            <p:ph type="title"/>
          </p:nvPr>
        </p:nvSpPr>
        <p:spPr/>
        <p:txBody>
          <a:bodyPr/>
          <a:lstStyle/>
          <a:p>
            <a:r>
              <a:rPr lang="zh-TW" altLang="en-US" noProof="0" dirty="0"/>
              <a:t>教學文件規範說明</a:t>
            </a:r>
            <a:endParaRPr lang="en-US" noProof="0" dirty="0"/>
          </a:p>
        </p:txBody>
      </p:sp>
    </p:spTree>
    <p:extLst>
      <p:ext uri="{BB962C8B-B14F-4D97-AF65-F5344CB8AC3E}">
        <p14:creationId xmlns:p14="http://schemas.microsoft.com/office/powerpoint/2010/main" val="263762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8F1EE791-6C5C-BE6A-E559-E5AF886FBA7D}"/>
              </a:ext>
            </a:extLst>
          </p:cNvPr>
          <p:cNvSpPr>
            <a:spLocks noGrp="1"/>
          </p:cNvSpPr>
          <p:nvPr>
            <p:ph type="body" sz="quarter" idx="15"/>
          </p:nvPr>
        </p:nvSpPr>
        <p:spPr/>
        <p:txBody>
          <a:bodyPr/>
          <a:lstStyle/>
          <a:p>
            <a:r>
              <a:rPr lang="zh-TW" altLang="en-US" dirty="0"/>
              <a:t>目錄</a:t>
            </a:r>
            <a:endParaRPr lang="en-US" altLang="zh-TW" dirty="0"/>
          </a:p>
          <a:p>
            <a:r>
              <a:rPr lang="zh-TW" altLang="en-US" dirty="0">
                <a:hlinkClick r:id="rId2" action="ppaction://hlinksldjump"/>
              </a:rPr>
              <a:t>目錄注意事項</a:t>
            </a:r>
            <a:endParaRPr lang="en-US" altLang="zh-TW" dirty="0"/>
          </a:p>
          <a:p>
            <a:r>
              <a:rPr lang="zh-TW" altLang="en-US" dirty="0">
                <a:hlinkClick r:id="rId3" action="ppaction://hlinksldjump"/>
              </a:rPr>
              <a:t>內文注意事項</a:t>
            </a:r>
            <a:endParaRPr lang="de-DE" dirty="0"/>
          </a:p>
        </p:txBody>
      </p:sp>
      <p:sp>
        <p:nvSpPr>
          <p:cNvPr id="4" name="Titel 3">
            <a:extLst>
              <a:ext uri="{FF2B5EF4-FFF2-40B4-BE49-F238E27FC236}">
                <a16:creationId xmlns:a16="http://schemas.microsoft.com/office/drawing/2014/main" id="{C8E6F76A-36ED-B56B-9093-AA6CB77EBAF2}"/>
              </a:ext>
            </a:extLst>
          </p:cNvPr>
          <p:cNvSpPr>
            <a:spLocks noGrp="1"/>
          </p:cNvSpPr>
          <p:nvPr>
            <p:ph type="title"/>
          </p:nvPr>
        </p:nvSpPr>
        <p:spPr/>
        <p:txBody>
          <a:bodyPr/>
          <a:lstStyle/>
          <a:p>
            <a:r>
              <a:rPr lang="zh-TW" altLang="en-US" dirty="0"/>
              <a:t>目錄</a:t>
            </a:r>
            <a:endParaRPr lang="de-DE" dirty="0"/>
          </a:p>
        </p:txBody>
      </p:sp>
    </p:spTree>
    <p:extLst>
      <p:ext uri="{BB962C8B-B14F-4D97-AF65-F5344CB8AC3E}">
        <p14:creationId xmlns:p14="http://schemas.microsoft.com/office/powerpoint/2010/main" val="4199292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B8EA960A-C542-10DE-C5C7-BADD36925D06}"/>
              </a:ext>
            </a:extLst>
          </p:cNvPr>
          <p:cNvSpPr>
            <a:spLocks noGrp="1"/>
          </p:cNvSpPr>
          <p:nvPr>
            <p:ph type="body" sz="quarter" idx="15"/>
          </p:nvPr>
        </p:nvSpPr>
        <p:spPr/>
        <p:txBody>
          <a:bodyPr/>
          <a:lstStyle/>
          <a:p>
            <a:r>
              <a:rPr lang="zh-TW" altLang="en-US" dirty="0">
                <a:hlinkClick r:id="rId2" action="ppaction://hlinksldjump"/>
              </a:rPr>
              <a:t>目錄</a:t>
            </a:r>
            <a:endParaRPr lang="en-US" altLang="zh-TW" dirty="0"/>
          </a:p>
          <a:p>
            <a:r>
              <a:rPr lang="zh-TW" altLang="en-US" b="1" dirty="0"/>
              <a:t>目錄注意事項</a:t>
            </a:r>
            <a:endParaRPr lang="en-US" altLang="zh-TW" b="1" dirty="0"/>
          </a:p>
          <a:p>
            <a:r>
              <a:rPr lang="zh-TW" altLang="en-US" dirty="0"/>
              <a:t>內文注意事項</a:t>
            </a:r>
          </a:p>
        </p:txBody>
      </p:sp>
      <p:sp>
        <p:nvSpPr>
          <p:cNvPr id="3" name="標題 2">
            <a:extLst>
              <a:ext uri="{FF2B5EF4-FFF2-40B4-BE49-F238E27FC236}">
                <a16:creationId xmlns:a16="http://schemas.microsoft.com/office/drawing/2014/main" id="{89F8A23C-1851-A4DA-6C08-27BC2F8A4A1D}"/>
              </a:ext>
            </a:extLst>
          </p:cNvPr>
          <p:cNvSpPr>
            <a:spLocks noGrp="1"/>
          </p:cNvSpPr>
          <p:nvPr>
            <p:ph type="title"/>
          </p:nvPr>
        </p:nvSpPr>
        <p:spPr>
          <a:xfrm>
            <a:off x="-1" y="450787"/>
            <a:ext cx="10137600" cy="629367"/>
          </a:xfrm>
        </p:spPr>
        <p:txBody>
          <a:bodyPr/>
          <a:lstStyle/>
          <a:p>
            <a:r>
              <a:rPr lang="zh-TW" altLang="en-US" dirty="0"/>
              <a:t>目錄注意事項</a:t>
            </a:r>
          </a:p>
        </p:txBody>
      </p:sp>
    </p:spTree>
    <p:extLst>
      <p:ext uri="{BB962C8B-B14F-4D97-AF65-F5344CB8AC3E}">
        <p14:creationId xmlns:p14="http://schemas.microsoft.com/office/powerpoint/2010/main" val="893729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17BD6EFF-614F-7F7C-6A1C-05625E51D562}"/>
              </a:ext>
            </a:extLst>
          </p:cNvPr>
          <p:cNvSpPr>
            <a:spLocks noGrp="1"/>
          </p:cNvSpPr>
          <p:nvPr>
            <p:ph type="body" sz="quarter" idx="15"/>
          </p:nvPr>
        </p:nvSpPr>
        <p:spPr/>
        <p:txBody>
          <a:bodyPr/>
          <a:lstStyle/>
          <a:p>
            <a:r>
              <a:rPr lang="zh-TW" altLang="en-US" dirty="0"/>
              <a:t>直接使用德國預設</a:t>
            </a:r>
            <a:r>
              <a:rPr lang="en-US" altLang="zh-TW" dirty="0"/>
              <a:t>PPT</a:t>
            </a:r>
            <a:r>
              <a:rPr lang="zh-TW" altLang="en-US" dirty="0"/>
              <a:t>風格</a:t>
            </a:r>
            <a:endParaRPr lang="en-US" altLang="zh-TW" dirty="0"/>
          </a:p>
          <a:p>
            <a:r>
              <a:rPr lang="zh-TW" altLang="en-US" dirty="0"/>
              <a:t>投影片開頭會有目錄，目錄有超連結可以對應相對章節，客戶可以快速查找</a:t>
            </a:r>
          </a:p>
          <a:p>
            <a:r>
              <a:rPr lang="zh-TW" altLang="en-US" dirty="0"/>
              <a:t>每個章節也會有超連結回到目錄頁</a:t>
            </a:r>
          </a:p>
        </p:txBody>
      </p:sp>
      <p:sp>
        <p:nvSpPr>
          <p:cNvPr id="3" name="標題 2">
            <a:extLst>
              <a:ext uri="{FF2B5EF4-FFF2-40B4-BE49-F238E27FC236}">
                <a16:creationId xmlns:a16="http://schemas.microsoft.com/office/drawing/2014/main" id="{B1E300CA-1813-4ED2-3BAE-98D1FC966442}"/>
              </a:ext>
            </a:extLst>
          </p:cNvPr>
          <p:cNvSpPr>
            <a:spLocks noGrp="1"/>
          </p:cNvSpPr>
          <p:nvPr>
            <p:ph type="title"/>
          </p:nvPr>
        </p:nvSpPr>
        <p:spPr/>
        <p:txBody>
          <a:bodyPr/>
          <a:lstStyle/>
          <a:p>
            <a:r>
              <a:rPr lang="zh-TW" altLang="en-US" dirty="0"/>
              <a:t>目錄注意事項</a:t>
            </a:r>
          </a:p>
        </p:txBody>
      </p:sp>
    </p:spTree>
    <p:extLst>
      <p:ext uri="{BB962C8B-B14F-4D97-AF65-F5344CB8AC3E}">
        <p14:creationId xmlns:p14="http://schemas.microsoft.com/office/powerpoint/2010/main" val="1451670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F9009558-B899-3DD2-A790-285128C1CCBB}"/>
              </a:ext>
            </a:extLst>
          </p:cNvPr>
          <p:cNvSpPr>
            <a:spLocks noGrp="1"/>
          </p:cNvSpPr>
          <p:nvPr>
            <p:ph type="body" sz="quarter" idx="15"/>
          </p:nvPr>
        </p:nvSpPr>
        <p:spPr/>
        <p:txBody>
          <a:bodyPr/>
          <a:lstStyle/>
          <a:p>
            <a:r>
              <a:rPr lang="zh-TW" altLang="en-US" dirty="0">
                <a:hlinkClick r:id="rId2" action="ppaction://hlinksldjump"/>
              </a:rPr>
              <a:t>目錄</a:t>
            </a:r>
            <a:endParaRPr lang="en-US" altLang="zh-TW" dirty="0"/>
          </a:p>
          <a:p>
            <a:r>
              <a:rPr lang="zh-TW" altLang="en-US" dirty="0"/>
              <a:t>目錄注意事項</a:t>
            </a:r>
            <a:endParaRPr lang="en-US" altLang="zh-TW" dirty="0"/>
          </a:p>
          <a:p>
            <a:r>
              <a:rPr lang="zh-TW" altLang="en-US" b="1" dirty="0"/>
              <a:t>內文注意事項</a:t>
            </a:r>
          </a:p>
        </p:txBody>
      </p:sp>
      <p:sp>
        <p:nvSpPr>
          <p:cNvPr id="3" name="標題 2">
            <a:extLst>
              <a:ext uri="{FF2B5EF4-FFF2-40B4-BE49-F238E27FC236}">
                <a16:creationId xmlns:a16="http://schemas.microsoft.com/office/drawing/2014/main" id="{BFDC06DD-9BC0-8202-7091-6497B898CD16}"/>
              </a:ext>
            </a:extLst>
          </p:cNvPr>
          <p:cNvSpPr>
            <a:spLocks noGrp="1"/>
          </p:cNvSpPr>
          <p:nvPr>
            <p:ph type="title"/>
          </p:nvPr>
        </p:nvSpPr>
        <p:spPr>
          <a:xfrm>
            <a:off x="-1" y="450787"/>
            <a:ext cx="10137600" cy="629367"/>
          </a:xfrm>
        </p:spPr>
        <p:txBody>
          <a:bodyPr/>
          <a:lstStyle/>
          <a:p>
            <a:r>
              <a:rPr lang="zh-TW" altLang="en-US" dirty="0"/>
              <a:t>內文注意事項</a:t>
            </a:r>
          </a:p>
        </p:txBody>
      </p:sp>
    </p:spTree>
    <p:extLst>
      <p:ext uri="{BB962C8B-B14F-4D97-AF65-F5344CB8AC3E}">
        <p14:creationId xmlns:p14="http://schemas.microsoft.com/office/powerpoint/2010/main" val="2448352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56DE9321-0168-4157-2815-6C6022E9A73F}"/>
              </a:ext>
            </a:extLst>
          </p:cNvPr>
          <p:cNvSpPr>
            <a:spLocks noGrp="1"/>
          </p:cNvSpPr>
          <p:nvPr>
            <p:ph type="body" sz="quarter" idx="15"/>
          </p:nvPr>
        </p:nvSpPr>
        <p:spPr>
          <a:xfrm>
            <a:off x="2" y="1090799"/>
            <a:ext cx="11136557" cy="5331600"/>
          </a:xfrm>
        </p:spPr>
        <p:txBody>
          <a:bodyPr/>
          <a:lstStyle/>
          <a:p>
            <a:r>
              <a:rPr lang="zh-TW" altLang="en-US" dirty="0"/>
              <a:t>有關</a:t>
            </a:r>
            <a:r>
              <a:rPr lang="en-US" altLang="zh-TW" dirty="0" err="1"/>
              <a:t>TwinCAT</a:t>
            </a:r>
            <a:r>
              <a:rPr lang="zh-TW" altLang="en-US" dirty="0"/>
              <a:t>界面的操作，統一以</a:t>
            </a:r>
            <a:r>
              <a:rPr lang="en-US" altLang="zh-TW" dirty="0"/>
              <a:t>4026.20</a:t>
            </a:r>
            <a:r>
              <a:rPr lang="zh-TW" altLang="en-US" dirty="0"/>
              <a:t>以上的</a:t>
            </a:r>
            <a:r>
              <a:rPr lang="en-US" altLang="zh-TW" dirty="0"/>
              <a:t>XAE 64-bit </a:t>
            </a:r>
            <a:r>
              <a:rPr lang="zh-TW" altLang="en-US" dirty="0"/>
              <a:t>版本做截圖，並且以明亮為主題，勿使用</a:t>
            </a:r>
            <a:r>
              <a:rPr lang="en-US" altLang="zh-TW" dirty="0"/>
              <a:t>Dark mode</a:t>
            </a:r>
          </a:p>
          <a:p>
            <a:r>
              <a:rPr lang="zh-TW" altLang="en-US" dirty="0"/>
              <a:t>操作有滑鼠提示時，使用總部投影片的滑鼠做標示，明確指出右鍵或是左鍵，底色請使用白色，背景</a:t>
            </a:r>
            <a:r>
              <a:rPr lang="en-US" altLang="zh-TW" dirty="0"/>
              <a:t>1</a:t>
            </a:r>
            <a:r>
              <a:rPr lang="zh-TW" altLang="en-US" dirty="0"/>
              <a:t>，較深</a:t>
            </a:r>
            <a:r>
              <a:rPr lang="en-US" altLang="zh-TW" dirty="0"/>
              <a:t>15%</a:t>
            </a:r>
            <a:r>
              <a:rPr lang="zh-TW" altLang="en-US" dirty="0"/>
              <a:t> </a:t>
            </a:r>
            <a:r>
              <a:rPr lang="en-US" altLang="zh-TW" dirty="0"/>
              <a:t>(</a:t>
            </a:r>
            <a:r>
              <a:rPr lang="zh-TW" altLang="en-US" dirty="0"/>
              <a:t>直接從德國投影片複製似乎會有問題，可複製下一頁投影片的滑鼠圖標</a:t>
            </a:r>
            <a:r>
              <a:rPr lang="en-US" altLang="zh-TW" dirty="0"/>
              <a:t>)</a:t>
            </a:r>
          </a:p>
          <a:p>
            <a:r>
              <a:rPr lang="zh-TW" altLang="en-US" dirty="0"/>
              <a:t>截圖時，由於截圖軟體特性使採用像素取圖，請盡量在外接螢幕上做截圖，最大限度提升截圖的解析度</a:t>
            </a:r>
          </a:p>
          <a:p>
            <a:r>
              <a:rPr lang="zh-TW" altLang="en-US" dirty="0"/>
              <a:t>截圖時，盡量不要使用</a:t>
            </a:r>
            <a:r>
              <a:rPr lang="en-US" altLang="zh-TW" dirty="0" err="1"/>
              <a:t>snipaste</a:t>
            </a:r>
            <a:r>
              <a:rPr lang="zh-TW" altLang="en-US" dirty="0"/>
              <a:t>做編輯，利用乾淨截圖，在</a:t>
            </a:r>
            <a:r>
              <a:rPr lang="en-US" altLang="zh-TW" dirty="0"/>
              <a:t>PowerPoint</a:t>
            </a:r>
            <a:r>
              <a:rPr lang="zh-TW" altLang="en-US" dirty="0"/>
              <a:t>裡面再編輯，這樣日後使用重複截圖時，不會有底圖已經有紅框、箭頭等情形</a:t>
            </a:r>
            <a:endParaRPr lang="en-US" altLang="zh-TW" dirty="0"/>
          </a:p>
          <a:p>
            <a:r>
              <a:rPr lang="zh-TW" altLang="en-US" dirty="0"/>
              <a:t>請看後頁投影片為示範</a:t>
            </a:r>
          </a:p>
          <a:p>
            <a:endParaRPr lang="zh-TW" altLang="en-US" dirty="0"/>
          </a:p>
        </p:txBody>
      </p:sp>
      <p:sp>
        <p:nvSpPr>
          <p:cNvPr id="3" name="標題 2">
            <a:extLst>
              <a:ext uri="{FF2B5EF4-FFF2-40B4-BE49-F238E27FC236}">
                <a16:creationId xmlns:a16="http://schemas.microsoft.com/office/drawing/2014/main" id="{969FFA1B-C944-F6D9-8C9A-F2326EBFCC21}"/>
              </a:ext>
            </a:extLst>
          </p:cNvPr>
          <p:cNvSpPr>
            <a:spLocks noGrp="1"/>
          </p:cNvSpPr>
          <p:nvPr>
            <p:ph type="title"/>
          </p:nvPr>
        </p:nvSpPr>
        <p:spPr/>
        <p:txBody>
          <a:bodyPr/>
          <a:lstStyle/>
          <a:p>
            <a:r>
              <a:rPr lang="zh-TW" altLang="en-US" dirty="0"/>
              <a:t>內文注意事項</a:t>
            </a:r>
          </a:p>
        </p:txBody>
      </p:sp>
      <p:pic>
        <p:nvPicPr>
          <p:cNvPr id="7" name="圖片 6">
            <a:extLst>
              <a:ext uri="{FF2B5EF4-FFF2-40B4-BE49-F238E27FC236}">
                <a16:creationId xmlns:a16="http://schemas.microsoft.com/office/drawing/2014/main" id="{2F39E087-4DF0-589B-191C-7F16B76B2319}"/>
              </a:ext>
            </a:extLst>
          </p:cNvPr>
          <p:cNvPicPr>
            <a:picLocks noChangeAspect="1"/>
          </p:cNvPicPr>
          <p:nvPr/>
        </p:nvPicPr>
        <p:blipFill>
          <a:blip r:embed="rId2"/>
          <a:srcRect b="56703"/>
          <a:stretch>
            <a:fillRect/>
          </a:stretch>
        </p:blipFill>
        <p:spPr>
          <a:xfrm>
            <a:off x="9048328" y="4365104"/>
            <a:ext cx="2704762" cy="2325675"/>
          </a:xfrm>
          <a:prstGeom prst="rect">
            <a:avLst/>
          </a:prstGeom>
        </p:spPr>
      </p:pic>
    </p:spTree>
    <p:extLst>
      <p:ext uri="{BB962C8B-B14F-4D97-AF65-F5344CB8AC3E}">
        <p14:creationId xmlns:p14="http://schemas.microsoft.com/office/powerpoint/2010/main" val="2021492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圖片 38">
            <a:extLst>
              <a:ext uri="{FF2B5EF4-FFF2-40B4-BE49-F238E27FC236}">
                <a16:creationId xmlns:a16="http://schemas.microsoft.com/office/drawing/2014/main" id="{85881140-04F8-19E5-E576-C5B464158223}"/>
              </a:ext>
            </a:extLst>
          </p:cNvPr>
          <p:cNvPicPr>
            <a:picLocks noChangeAspect="1"/>
          </p:cNvPicPr>
          <p:nvPr/>
        </p:nvPicPr>
        <p:blipFill>
          <a:blip r:embed="rId2"/>
          <a:stretch>
            <a:fillRect/>
          </a:stretch>
        </p:blipFill>
        <p:spPr>
          <a:xfrm>
            <a:off x="3493122" y="2217436"/>
            <a:ext cx="3571316" cy="4442530"/>
          </a:xfrm>
          <a:prstGeom prst="rect">
            <a:avLst/>
          </a:prstGeom>
        </p:spPr>
      </p:pic>
      <p:sp>
        <p:nvSpPr>
          <p:cNvPr id="2" name="文字版面配置區 1">
            <a:extLst>
              <a:ext uri="{FF2B5EF4-FFF2-40B4-BE49-F238E27FC236}">
                <a16:creationId xmlns:a16="http://schemas.microsoft.com/office/drawing/2014/main" id="{BDD0AF75-CB10-3B42-5B16-01CED2CC43C6}"/>
              </a:ext>
            </a:extLst>
          </p:cNvPr>
          <p:cNvSpPr>
            <a:spLocks noGrp="1"/>
          </p:cNvSpPr>
          <p:nvPr>
            <p:ph type="body" sz="quarter" idx="15"/>
          </p:nvPr>
        </p:nvSpPr>
        <p:spPr/>
        <p:txBody>
          <a:bodyPr/>
          <a:lstStyle/>
          <a:p>
            <a:r>
              <a:rPr lang="zh-TW" altLang="en-US" dirty="0"/>
              <a:t>開啟網路共用功能，並選擇與控制器連接的網孔</a:t>
            </a:r>
            <a:endParaRPr lang="en-US" altLang="zh-TW" dirty="0"/>
          </a:p>
          <a:p>
            <a:r>
              <a:rPr lang="zh-TW" altLang="en-US" dirty="0"/>
              <a:t>分享網路後，網孔位址會自動設定為 </a:t>
            </a:r>
            <a:r>
              <a:rPr lang="en-US" altLang="zh-TW" dirty="0"/>
              <a:t>192.168.137.1</a:t>
            </a:r>
            <a:endParaRPr lang="zh-TW" altLang="en-US" dirty="0"/>
          </a:p>
        </p:txBody>
      </p:sp>
      <p:sp>
        <p:nvSpPr>
          <p:cNvPr id="3" name="標題 2">
            <a:extLst>
              <a:ext uri="{FF2B5EF4-FFF2-40B4-BE49-F238E27FC236}">
                <a16:creationId xmlns:a16="http://schemas.microsoft.com/office/drawing/2014/main" id="{48D9BC52-9DE1-2BE2-8D91-C87AD50C0FF4}"/>
              </a:ext>
            </a:extLst>
          </p:cNvPr>
          <p:cNvSpPr>
            <a:spLocks noGrp="1"/>
          </p:cNvSpPr>
          <p:nvPr>
            <p:ph type="title"/>
          </p:nvPr>
        </p:nvSpPr>
        <p:spPr/>
        <p:txBody>
          <a:bodyPr/>
          <a:lstStyle/>
          <a:p>
            <a:r>
              <a:rPr lang="zh-TW" altLang="en-US"/>
              <a:t>範例：連接</a:t>
            </a:r>
            <a:r>
              <a:rPr lang="zh-TW" altLang="en-US" dirty="0"/>
              <a:t>控制器</a:t>
            </a:r>
          </a:p>
        </p:txBody>
      </p:sp>
      <p:pic>
        <p:nvPicPr>
          <p:cNvPr id="5" name="圖片 4">
            <a:extLst>
              <a:ext uri="{FF2B5EF4-FFF2-40B4-BE49-F238E27FC236}">
                <a16:creationId xmlns:a16="http://schemas.microsoft.com/office/drawing/2014/main" id="{758D9B0E-0983-F8AD-31CF-72E2E70917A6}"/>
              </a:ext>
            </a:extLst>
          </p:cNvPr>
          <p:cNvPicPr>
            <a:picLocks noChangeAspect="1"/>
          </p:cNvPicPr>
          <p:nvPr/>
        </p:nvPicPr>
        <p:blipFill>
          <a:blip r:embed="rId3"/>
          <a:srcRect l="67834" b="30239"/>
          <a:stretch>
            <a:fillRect/>
          </a:stretch>
        </p:blipFill>
        <p:spPr>
          <a:xfrm>
            <a:off x="335360" y="2217436"/>
            <a:ext cx="2950846" cy="3600400"/>
          </a:xfrm>
          <a:prstGeom prst="rect">
            <a:avLst/>
          </a:prstGeom>
        </p:spPr>
      </p:pic>
      <p:grpSp>
        <p:nvGrpSpPr>
          <p:cNvPr id="8" name="Gruppieren 12">
            <a:extLst>
              <a:ext uri="{FF2B5EF4-FFF2-40B4-BE49-F238E27FC236}">
                <a16:creationId xmlns:a16="http://schemas.microsoft.com/office/drawing/2014/main" id="{9CFD0DBB-6104-9D58-6EAD-8D011DE86B9E}"/>
              </a:ext>
            </a:extLst>
          </p:cNvPr>
          <p:cNvGrpSpPr/>
          <p:nvPr/>
        </p:nvGrpSpPr>
        <p:grpSpPr>
          <a:xfrm>
            <a:off x="809201" y="3297555"/>
            <a:ext cx="529020" cy="386978"/>
            <a:chOff x="4844085" y="2797251"/>
            <a:chExt cx="529020" cy="386978"/>
          </a:xfrm>
        </p:grpSpPr>
        <p:grpSp>
          <p:nvGrpSpPr>
            <p:cNvPr id="9" name="Gruppieren 15">
              <a:extLst>
                <a:ext uri="{FF2B5EF4-FFF2-40B4-BE49-F238E27FC236}">
                  <a16:creationId xmlns:a16="http://schemas.microsoft.com/office/drawing/2014/main" id="{3D98F62A-1D78-5F8B-8C6F-5C5893CDDCDD}"/>
                </a:ext>
              </a:extLst>
            </p:cNvPr>
            <p:cNvGrpSpPr/>
            <p:nvPr/>
          </p:nvGrpSpPr>
          <p:grpSpPr>
            <a:xfrm>
              <a:off x="4844085" y="2797251"/>
              <a:ext cx="529020" cy="363297"/>
              <a:chOff x="3543005" y="4474091"/>
              <a:chExt cx="529020" cy="363297"/>
            </a:xfrm>
          </p:grpSpPr>
          <p:sp>
            <p:nvSpPr>
              <p:cNvPr id="11" name="Freihandform 18">
                <a:extLst>
                  <a:ext uri="{FF2B5EF4-FFF2-40B4-BE49-F238E27FC236}">
                    <a16:creationId xmlns:a16="http://schemas.microsoft.com/office/drawing/2014/main" id="{D8420107-19AE-94A9-293B-E822A605A39A}"/>
                  </a:ext>
                </a:extLst>
              </p:cNvPr>
              <p:cNvSpPr/>
              <p:nvPr/>
            </p:nvSpPr>
            <p:spPr>
              <a:xfrm rot="18449316">
                <a:off x="3579285" y="4450688"/>
                <a:ext cx="92273" cy="164834"/>
              </a:xfrm>
              <a:custGeom>
                <a:avLst/>
                <a:gdLst>
                  <a:gd name="connsiteX0" fmla="*/ 300229 w 310507"/>
                  <a:gd name="connsiteY0" fmla="*/ 556260 h 556260"/>
                  <a:gd name="connsiteX1" fmla="*/ 284989 w 310507"/>
                  <a:gd name="connsiteY1" fmla="*/ 281940 h 556260"/>
                  <a:gd name="connsiteX2" fmla="*/ 79249 w 310507"/>
                  <a:gd name="connsiteY2" fmla="*/ 182880 h 556260"/>
                  <a:gd name="connsiteX3" fmla="*/ 3049 w 310507"/>
                  <a:gd name="connsiteY3" fmla="*/ 0 h 556260"/>
                  <a:gd name="connsiteX0" fmla="*/ 303334 w 313612"/>
                  <a:gd name="connsiteY0" fmla="*/ 556260 h 556260"/>
                  <a:gd name="connsiteX1" fmla="*/ 288094 w 313612"/>
                  <a:gd name="connsiteY1" fmla="*/ 281940 h 556260"/>
                  <a:gd name="connsiteX2" fmla="*/ 82354 w 313612"/>
                  <a:gd name="connsiteY2" fmla="*/ 182880 h 556260"/>
                  <a:gd name="connsiteX3" fmla="*/ 6154 w 313612"/>
                  <a:gd name="connsiteY3" fmla="*/ 0 h 556260"/>
                  <a:gd name="connsiteX0" fmla="*/ 300289 w 314283"/>
                  <a:gd name="connsiteY0" fmla="*/ 556260 h 556260"/>
                  <a:gd name="connsiteX1" fmla="*/ 292193 w 314283"/>
                  <a:gd name="connsiteY1" fmla="*/ 291283 h 556260"/>
                  <a:gd name="connsiteX2" fmla="*/ 79309 w 314283"/>
                  <a:gd name="connsiteY2" fmla="*/ 182880 h 556260"/>
                  <a:gd name="connsiteX3" fmla="*/ 3109 w 314283"/>
                  <a:gd name="connsiteY3" fmla="*/ 0 h 556260"/>
                  <a:gd name="connsiteX0" fmla="*/ 300289 w 327443"/>
                  <a:gd name="connsiteY0" fmla="*/ 556260 h 556260"/>
                  <a:gd name="connsiteX1" fmla="*/ 292193 w 327443"/>
                  <a:gd name="connsiteY1" fmla="*/ 291283 h 556260"/>
                  <a:gd name="connsiteX2" fmla="*/ 79309 w 327443"/>
                  <a:gd name="connsiteY2" fmla="*/ 182880 h 556260"/>
                  <a:gd name="connsiteX3" fmla="*/ 3109 w 327443"/>
                  <a:gd name="connsiteY3" fmla="*/ 0 h 556260"/>
                  <a:gd name="connsiteX0" fmla="*/ 303868 w 331022"/>
                  <a:gd name="connsiteY0" fmla="*/ 556260 h 556260"/>
                  <a:gd name="connsiteX1" fmla="*/ 295772 w 331022"/>
                  <a:gd name="connsiteY1" fmla="*/ 291283 h 556260"/>
                  <a:gd name="connsiteX2" fmla="*/ 82888 w 331022"/>
                  <a:gd name="connsiteY2" fmla="*/ 182880 h 556260"/>
                  <a:gd name="connsiteX3" fmla="*/ 6688 w 331022"/>
                  <a:gd name="connsiteY3" fmla="*/ 0 h 556260"/>
                  <a:gd name="connsiteX0" fmla="*/ 309338 w 324800"/>
                  <a:gd name="connsiteY0" fmla="*/ 556260 h 556260"/>
                  <a:gd name="connsiteX1" fmla="*/ 301242 w 324800"/>
                  <a:gd name="connsiteY1" fmla="*/ 291283 h 556260"/>
                  <a:gd name="connsiteX2" fmla="*/ 66927 w 324800"/>
                  <a:gd name="connsiteY2" fmla="*/ 171200 h 556260"/>
                  <a:gd name="connsiteX3" fmla="*/ 12158 w 324800"/>
                  <a:gd name="connsiteY3" fmla="*/ 0 h 556260"/>
                  <a:gd name="connsiteX0" fmla="*/ 301977 w 317439"/>
                  <a:gd name="connsiteY0" fmla="*/ 556260 h 556260"/>
                  <a:gd name="connsiteX1" fmla="*/ 293881 w 317439"/>
                  <a:gd name="connsiteY1" fmla="*/ 307634 h 556260"/>
                  <a:gd name="connsiteX2" fmla="*/ 59566 w 317439"/>
                  <a:gd name="connsiteY2" fmla="*/ 171200 h 556260"/>
                  <a:gd name="connsiteX3" fmla="*/ 4797 w 317439"/>
                  <a:gd name="connsiteY3" fmla="*/ 0 h 556260"/>
                </a:gdLst>
                <a:ahLst/>
                <a:cxnLst>
                  <a:cxn ang="0">
                    <a:pos x="connsiteX0" y="connsiteY0"/>
                  </a:cxn>
                  <a:cxn ang="0">
                    <a:pos x="connsiteX1" y="connsiteY1"/>
                  </a:cxn>
                  <a:cxn ang="0">
                    <a:pos x="connsiteX2" y="connsiteY2"/>
                  </a:cxn>
                  <a:cxn ang="0">
                    <a:pos x="connsiteX3" y="connsiteY3"/>
                  </a:cxn>
                </a:cxnLst>
                <a:rect l="l" t="t" r="r" b="b"/>
                <a:pathLst>
                  <a:path w="317439" h="556260">
                    <a:moveTo>
                      <a:pt x="301977" y="556260"/>
                    </a:moveTo>
                    <a:cubicBezTo>
                      <a:pt x="312772" y="450215"/>
                      <a:pt x="334283" y="371811"/>
                      <a:pt x="293881" y="307634"/>
                    </a:cubicBezTo>
                    <a:cubicBezTo>
                      <a:pt x="253479" y="243457"/>
                      <a:pt x="107747" y="222472"/>
                      <a:pt x="59566" y="171200"/>
                    </a:cubicBezTo>
                    <a:cubicBezTo>
                      <a:pt x="11385" y="119928"/>
                      <a:pt x="-10443" y="52070"/>
                      <a:pt x="4797" y="0"/>
                    </a:cubicBezTo>
                  </a:path>
                </a:pathLst>
              </a:custGeom>
              <a:no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Freihandform 19">
                <a:extLst>
                  <a:ext uri="{FF2B5EF4-FFF2-40B4-BE49-F238E27FC236}">
                    <a16:creationId xmlns:a16="http://schemas.microsoft.com/office/drawing/2014/main" id="{23B0495A-03D9-3AEA-A3FB-F93EF9B54B41}"/>
                  </a:ext>
                </a:extLst>
              </p:cNvPr>
              <p:cNvSpPr/>
              <p:nvPr/>
            </p:nvSpPr>
            <p:spPr>
              <a:xfrm rot="18449316">
                <a:off x="3578111" y="4451267"/>
                <a:ext cx="92273" cy="161874"/>
              </a:xfrm>
              <a:custGeom>
                <a:avLst/>
                <a:gdLst>
                  <a:gd name="connsiteX0" fmla="*/ 300229 w 310507"/>
                  <a:gd name="connsiteY0" fmla="*/ 556260 h 556260"/>
                  <a:gd name="connsiteX1" fmla="*/ 284989 w 310507"/>
                  <a:gd name="connsiteY1" fmla="*/ 281940 h 556260"/>
                  <a:gd name="connsiteX2" fmla="*/ 79249 w 310507"/>
                  <a:gd name="connsiteY2" fmla="*/ 182880 h 556260"/>
                  <a:gd name="connsiteX3" fmla="*/ 3049 w 310507"/>
                  <a:gd name="connsiteY3" fmla="*/ 0 h 556260"/>
                  <a:gd name="connsiteX0" fmla="*/ 303334 w 313612"/>
                  <a:gd name="connsiteY0" fmla="*/ 556260 h 556260"/>
                  <a:gd name="connsiteX1" fmla="*/ 288094 w 313612"/>
                  <a:gd name="connsiteY1" fmla="*/ 281940 h 556260"/>
                  <a:gd name="connsiteX2" fmla="*/ 82354 w 313612"/>
                  <a:gd name="connsiteY2" fmla="*/ 182880 h 556260"/>
                  <a:gd name="connsiteX3" fmla="*/ 6154 w 313612"/>
                  <a:gd name="connsiteY3" fmla="*/ 0 h 556260"/>
                  <a:gd name="connsiteX0" fmla="*/ 300289 w 314283"/>
                  <a:gd name="connsiteY0" fmla="*/ 556260 h 556260"/>
                  <a:gd name="connsiteX1" fmla="*/ 292193 w 314283"/>
                  <a:gd name="connsiteY1" fmla="*/ 291283 h 556260"/>
                  <a:gd name="connsiteX2" fmla="*/ 79309 w 314283"/>
                  <a:gd name="connsiteY2" fmla="*/ 182880 h 556260"/>
                  <a:gd name="connsiteX3" fmla="*/ 3109 w 314283"/>
                  <a:gd name="connsiteY3" fmla="*/ 0 h 556260"/>
                  <a:gd name="connsiteX0" fmla="*/ 300289 w 327443"/>
                  <a:gd name="connsiteY0" fmla="*/ 556260 h 556260"/>
                  <a:gd name="connsiteX1" fmla="*/ 292193 w 327443"/>
                  <a:gd name="connsiteY1" fmla="*/ 291283 h 556260"/>
                  <a:gd name="connsiteX2" fmla="*/ 79309 w 327443"/>
                  <a:gd name="connsiteY2" fmla="*/ 182880 h 556260"/>
                  <a:gd name="connsiteX3" fmla="*/ 3109 w 327443"/>
                  <a:gd name="connsiteY3" fmla="*/ 0 h 556260"/>
                  <a:gd name="connsiteX0" fmla="*/ 303868 w 331022"/>
                  <a:gd name="connsiteY0" fmla="*/ 556260 h 556260"/>
                  <a:gd name="connsiteX1" fmla="*/ 295772 w 331022"/>
                  <a:gd name="connsiteY1" fmla="*/ 291283 h 556260"/>
                  <a:gd name="connsiteX2" fmla="*/ 82888 w 331022"/>
                  <a:gd name="connsiteY2" fmla="*/ 182880 h 556260"/>
                  <a:gd name="connsiteX3" fmla="*/ 6688 w 331022"/>
                  <a:gd name="connsiteY3" fmla="*/ 0 h 556260"/>
                  <a:gd name="connsiteX0" fmla="*/ 309338 w 324800"/>
                  <a:gd name="connsiteY0" fmla="*/ 556260 h 556260"/>
                  <a:gd name="connsiteX1" fmla="*/ 301242 w 324800"/>
                  <a:gd name="connsiteY1" fmla="*/ 291283 h 556260"/>
                  <a:gd name="connsiteX2" fmla="*/ 66927 w 324800"/>
                  <a:gd name="connsiteY2" fmla="*/ 171200 h 556260"/>
                  <a:gd name="connsiteX3" fmla="*/ 12158 w 324800"/>
                  <a:gd name="connsiteY3" fmla="*/ 0 h 556260"/>
                  <a:gd name="connsiteX0" fmla="*/ 301977 w 317439"/>
                  <a:gd name="connsiteY0" fmla="*/ 556260 h 556260"/>
                  <a:gd name="connsiteX1" fmla="*/ 293881 w 317439"/>
                  <a:gd name="connsiteY1" fmla="*/ 307634 h 556260"/>
                  <a:gd name="connsiteX2" fmla="*/ 59566 w 317439"/>
                  <a:gd name="connsiteY2" fmla="*/ 171200 h 556260"/>
                  <a:gd name="connsiteX3" fmla="*/ 4797 w 317439"/>
                  <a:gd name="connsiteY3" fmla="*/ 0 h 556260"/>
                </a:gdLst>
                <a:ahLst/>
                <a:cxnLst>
                  <a:cxn ang="0">
                    <a:pos x="connsiteX0" y="connsiteY0"/>
                  </a:cxn>
                  <a:cxn ang="0">
                    <a:pos x="connsiteX1" y="connsiteY1"/>
                  </a:cxn>
                  <a:cxn ang="0">
                    <a:pos x="connsiteX2" y="connsiteY2"/>
                  </a:cxn>
                  <a:cxn ang="0">
                    <a:pos x="connsiteX3" y="connsiteY3"/>
                  </a:cxn>
                </a:cxnLst>
                <a:rect l="l" t="t" r="r" b="b"/>
                <a:pathLst>
                  <a:path w="317439" h="556260">
                    <a:moveTo>
                      <a:pt x="301977" y="556260"/>
                    </a:moveTo>
                    <a:cubicBezTo>
                      <a:pt x="312772" y="450215"/>
                      <a:pt x="334283" y="371811"/>
                      <a:pt x="293881" y="307634"/>
                    </a:cubicBezTo>
                    <a:cubicBezTo>
                      <a:pt x="253479" y="243457"/>
                      <a:pt x="107747" y="222472"/>
                      <a:pt x="59566" y="171200"/>
                    </a:cubicBezTo>
                    <a:cubicBezTo>
                      <a:pt x="11385" y="119928"/>
                      <a:pt x="-10443" y="52070"/>
                      <a:pt x="4797" y="0"/>
                    </a:cubicBezTo>
                  </a:path>
                </a:pathLst>
              </a:cu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20">
                <a:extLst>
                  <a:ext uri="{FF2B5EF4-FFF2-40B4-BE49-F238E27FC236}">
                    <a16:creationId xmlns:a16="http://schemas.microsoft.com/office/drawing/2014/main" id="{DC4F8C7A-8EC6-46BF-C0E8-7FB4B59A6C58}"/>
                  </a:ext>
                </a:extLst>
              </p:cNvPr>
              <p:cNvSpPr/>
              <p:nvPr/>
            </p:nvSpPr>
            <p:spPr>
              <a:xfrm rot="18449316">
                <a:off x="3737126" y="4471687"/>
                <a:ext cx="272105" cy="397692"/>
              </a:xfrm>
              <a:prstGeom prst="ellipse">
                <a:avLst/>
              </a:prstGeom>
              <a:solidFill>
                <a:schemeClr val="bg1">
                  <a:lumMod val="8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14" name="Ellipse 2">
                <a:extLst>
                  <a:ext uri="{FF2B5EF4-FFF2-40B4-BE49-F238E27FC236}">
                    <a16:creationId xmlns:a16="http://schemas.microsoft.com/office/drawing/2014/main" id="{95F860F8-07A7-4951-72DC-282270D9C017}"/>
                  </a:ext>
                </a:extLst>
              </p:cNvPr>
              <p:cNvSpPr/>
              <p:nvPr/>
            </p:nvSpPr>
            <p:spPr>
              <a:xfrm rot="18449316">
                <a:off x="3740161" y="4474428"/>
                <a:ext cx="126621" cy="125948"/>
              </a:xfrm>
              <a:custGeom>
                <a:avLst/>
                <a:gdLst>
                  <a:gd name="connsiteX0" fmla="*/ 0 w 936104"/>
                  <a:gd name="connsiteY0" fmla="*/ 684076 h 1368152"/>
                  <a:gd name="connsiteX1" fmla="*/ 468052 w 936104"/>
                  <a:gd name="connsiteY1" fmla="*/ 0 h 1368152"/>
                  <a:gd name="connsiteX2" fmla="*/ 936104 w 936104"/>
                  <a:gd name="connsiteY2" fmla="*/ 684076 h 1368152"/>
                  <a:gd name="connsiteX3" fmla="*/ 468052 w 936104"/>
                  <a:gd name="connsiteY3" fmla="*/ 1368152 h 1368152"/>
                  <a:gd name="connsiteX4" fmla="*/ 0 w 936104"/>
                  <a:gd name="connsiteY4" fmla="*/ 684076 h 1368152"/>
                  <a:gd name="connsiteX0" fmla="*/ 0 w 978371"/>
                  <a:gd name="connsiteY0" fmla="*/ 687477 h 1371553"/>
                  <a:gd name="connsiteX1" fmla="*/ 468052 w 978371"/>
                  <a:gd name="connsiteY1" fmla="*/ 3401 h 1371553"/>
                  <a:gd name="connsiteX2" fmla="*/ 903317 w 978371"/>
                  <a:gd name="connsiteY2" fmla="*/ 435098 h 1371553"/>
                  <a:gd name="connsiteX3" fmla="*/ 936104 w 978371"/>
                  <a:gd name="connsiteY3" fmla="*/ 687477 h 1371553"/>
                  <a:gd name="connsiteX4" fmla="*/ 468052 w 978371"/>
                  <a:gd name="connsiteY4" fmla="*/ 1371553 h 1371553"/>
                  <a:gd name="connsiteX5" fmla="*/ 0 w 978371"/>
                  <a:gd name="connsiteY5" fmla="*/ 687477 h 1371553"/>
                  <a:gd name="connsiteX0" fmla="*/ 0 w 967002"/>
                  <a:gd name="connsiteY0" fmla="*/ 687477 h 1371553"/>
                  <a:gd name="connsiteX1" fmla="*/ 468052 w 967002"/>
                  <a:gd name="connsiteY1" fmla="*/ 3401 h 1371553"/>
                  <a:gd name="connsiteX2" fmla="*/ 903317 w 967002"/>
                  <a:gd name="connsiteY2" fmla="*/ 435098 h 1371553"/>
                  <a:gd name="connsiteX3" fmla="*/ 936104 w 967002"/>
                  <a:gd name="connsiteY3" fmla="*/ 687477 h 1371553"/>
                  <a:gd name="connsiteX4" fmla="*/ 468052 w 967002"/>
                  <a:gd name="connsiteY4" fmla="*/ 1371553 h 1371553"/>
                  <a:gd name="connsiteX5" fmla="*/ 0 w 967002"/>
                  <a:gd name="connsiteY5" fmla="*/ 687477 h 1371553"/>
                  <a:gd name="connsiteX0" fmla="*/ 0 w 967002"/>
                  <a:gd name="connsiteY0" fmla="*/ 688298 h 1372374"/>
                  <a:gd name="connsiteX1" fmla="*/ 468052 w 967002"/>
                  <a:gd name="connsiteY1" fmla="*/ 4222 h 1372374"/>
                  <a:gd name="connsiteX2" fmla="*/ 903317 w 967002"/>
                  <a:gd name="connsiteY2" fmla="*/ 435919 h 1372374"/>
                  <a:gd name="connsiteX3" fmla="*/ 936104 w 967002"/>
                  <a:gd name="connsiteY3" fmla="*/ 688298 h 1372374"/>
                  <a:gd name="connsiteX4" fmla="*/ 468052 w 967002"/>
                  <a:gd name="connsiteY4" fmla="*/ 1372374 h 1372374"/>
                  <a:gd name="connsiteX5" fmla="*/ 0 w 967002"/>
                  <a:gd name="connsiteY5" fmla="*/ 688298 h 1372374"/>
                  <a:gd name="connsiteX0" fmla="*/ 0 w 956789"/>
                  <a:gd name="connsiteY0" fmla="*/ 688298 h 1372374"/>
                  <a:gd name="connsiteX1" fmla="*/ 468052 w 956789"/>
                  <a:gd name="connsiteY1" fmla="*/ 4222 h 1372374"/>
                  <a:gd name="connsiteX2" fmla="*/ 903317 w 956789"/>
                  <a:gd name="connsiteY2" fmla="*/ 435919 h 1372374"/>
                  <a:gd name="connsiteX3" fmla="*/ 936104 w 956789"/>
                  <a:gd name="connsiteY3" fmla="*/ 688298 h 1372374"/>
                  <a:gd name="connsiteX4" fmla="*/ 468052 w 956789"/>
                  <a:gd name="connsiteY4" fmla="*/ 1372374 h 1372374"/>
                  <a:gd name="connsiteX5" fmla="*/ 0 w 956789"/>
                  <a:gd name="connsiteY5" fmla="*/ 688298 h 1372374"/>
                  <a:gd name="connsiteX0" fmla="*/ 0 w 956789"/>
                  <a:gd name="connsiteY0" fmla="*/ 688236 h 1372312"/>
                  <a:gd name="connsiteX1" fmla="*/ 468052 w 956789"/>
                  <a:gd name="connsiteY1" fmla="*/ 4160 h 1372312"/>
                  <a:gd name="connsiteX2" fmla="*/ 903317 w 956789"/>
                  <a:gd name="connsiteY2" fmla="*/ 435857 h 1372312"/>
                  <a:gd name="connsiteX3" fmla="*/ 936104 w 956789"/>
                  <a:gd name="connsiteY3" fmla="*/ 688236 h 1372312"/>
                  <a:gd name="connsiteX4" fmla="*/ 468052 w 956789"/>
                  <a:gd name="connsiteY4" fmla="*/ 1372312 h 1372312"/>
                  <a:gd name="connsiteX5" fmla="*/ 0 w 956789"/>
                  <a:gd name="connsiteY5" fmla="*/ 688236 h 1372312"/>
                  <a:gd name="connsiteX0" fmla="*/ 0 w 956789"/>
                  <a:gd name="connsiteY0" fmla="*/ 687817 h 1371893"/>
                  <a:gd name="connsiteX1" fmla="*/ 468052 w 956789"/>
                  <a:gd name="connsiteY1" fmla="*/ 3741 h 1371893"/>
                  <a:gd name="connsiteX2" fmla="*/ 903317 w 956789"/>
                  <a:gd name="connsiteY2" fmla="*/ 435438 h 1371893"/>
                  <a:gd name="connsiteX3" fmla="*/ 936104 w 956789"/>
                  <a:gd name="connsiteY3" fmla="*/ 687817 h 1371893"/>
                  <a:gd name="connsiteX4" fmla="*/ 468052 w 956789"/>
                  <a:gd name="connsiteY4" fmla="*/ 1371893 h 1371893"/>
                  <a:gd name="connsiteX5" fmla="*/ 0 w 956789"/>
                  <a:gd name="connsiteY5" fmla="*/ 687817 h 1371893"/>
                  <a:gd name="connsiteX0" fmla="*/ 0 w 956789"/>
                  <a:gd name="connsiteY0" fmla="*/ 687817 h 723535"/>
                  <a:gd name="connsiteX1" fmla="*/ 468052 w 956789"/>
                  <a:gd name="connsiteY1" fmla="*/ 3741 h 723535"/>
                  <a:gd name="connsiteX2" fmla="*/ 903317 w 956789"/>
                  <a:gd name="connsiteY2" fmla="*/ 435438 h 723535"/>
                  <a:gd name="connsiteX3" fmla="*/ 936104 w 956789"/>
                  <a:gd name="connsiteY3" fmla="*/ 687817 h 723535"/>
                  <a:gd name="connsiteX4" fmla="*/ 468052 w 956789"/>
                  <a:gd name="connsiteY4" fmla="*/ 437933 h 723535"/>
                  <a:gd name="connsiteX5" fmla="*/ 0 w 956789"/>
                  <a:gd name="connsiteY5" fmla="*/ 687817 h 72353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54408 w 489673"/>
                  <a:gd name="connsiteY0" fmla="*/ 437933 h 469592"/>
                  <a:gd name="connsiteX1" fmla="*/ 54408 w 489673"/>
                  <a:gd name="connsiteY1" fmla="*/ 3741 h 469592"/>
                  <a:gd name="connsiteX2" fmla="*/ 489673 w 489673"/>
                  <a:gd name="connsiteY2" fmla="*/ 435438 h 469592"/>
                  <a:gd name="connsiteX3" fmla="*/ 54408 w 489673"/>
                  <a:gd name="connsiteY3" fmla="*/ 437933 h 469592"/>
                  <a:gd name="connsiteX0" fmla="*/ 32065 w 467330"/>
                  <a:gd name="connsiteY0" fmla="*/ 446305 h 477964"/>
                  <a:gd name="connsiteX1" fmla="*/ 32065 w 467330"/>
                  <a:gd name="connsiteY1" fmla="*/ 12113 h 477964"/>
                  <a:gd name="connsiteX2" fmla="*/ 467330 w 467330"/>
                  <a:gd name="connsiteY2" fmla="*/ 443810 h 477964"/>
                  <a:gd name="connsiteX3" fmla="*/ 32065 w 467330"/>
                  <a:gd name="connsiteY3" fmla="*/ 446305 h 477964"/>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32611 w 467876"/>
                  <a:gd name="connsiteY0" fmla="*/ 435518 h 467177"/>
                  <a:gd name="connsiteX1" fmla="*/ 32611 w 467876"/>
                  <a:gd name="connsiteY1" fmla="*/ 1326 h 467177"/>
                  <a:gd name="connsiteX2" fmla="*/ 467876 w 467876"/>
                  <a:gd name="connsiteY2" fmla="*/ 433023 h 467177"/>
                  <a:gd name="connsiteX3" fmla="*/ 32611 w 467876"/>
                  <a:gd name="connsiteY3" fmla="*/ 435518 h 467177"/>
                  <a:gd name="connsiteX0" fmla="*/ 37837 w 455987"/>
                  <a:gd name="connsiteY0" fmla="*/ 435518 h 467177"/>
                  <a:gd name="connsiteX1" fmla="*/ 20722 w 455987"/>
                  <a:gd name="connsiteY1" fmla="*/ 1326 h 467177"/>
                  <a:gd name="connsiteX2" fmla="*/ 455987 w 455987"/>
                  <a:gd name="connsiteY2" fmla="*/ 433023 h 467177"/>
                  <a:gd name="connsiteX3" fmla="*/ 37837 w 455987"/>
                  <a:gd name="connsiteY3" fmla="*/ 435518 h 467177"/>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12354 w 435394"/>
                  <a:gd name="connsiteY0" fmla="*/ 433073 h 465364"/>
                  <a:gd name="connsiteX1" fmla="*/ 129 w 435394"/>
                  <a:gd name="connsiteY1" fmla="*/ 1326 h 465364"/>
                  <a:gd name="connsiteX2" fmla="*/ 435394 w 435394"/>
                  <a:gd name="connsiteY2" fmla="*/ 433023 h 465364"/>
                  <a:gd name="connsiteX3" fmla="*/ 12354 w 435394"/>
                  <a:gd name="connsiteY3" fmla="*/ 433073 h 465364"/>
                  <a:gd name="connsiteX0" fmla="*/ 2784 w 435604"/>
                  <a:gd name="connsiteY0" fmla="*/ 430628 h 463576"/>
                  <a:gd name="connsiteX1" fmla="*/ 339 w 435604"/>
                  <a:gd name="connsiteY1" fmla="*/ 1326 h 463576"/>
                  <a:gd name="connsiteX2" fmla="*/ 435604 w 435604"/>
                  <a:gd name="connsiteY2" fmla="*/ 433023 h 463576"/>
                  <a:gd name="connsiteX3" fmla="*/ 2784 w 435604"/>
                  <a:gd name="connsiteY3" fmla="*/ 430628 h 463576"/>
                  <a:gd name="connsiteX0" fmla="*/ 2784 w 435604"/>
                  <a:gd name="connsiteY0" fmla="*/ 430628 h 433023"/>
                  <a:gd name="connsiteX1" fmla="*/ 339 w 435604"/>
                  <a:gd name="connsiteY1" fmla="*/ 1326 h 433023"/>
                  <a:gd name="connsiteX2" fmla="*/ 435604 w 435604"/>
                  <a:gd name="connsiteY2" fmla="*/ 433023 h 433023"/>
                  <a:gd name="connsiteX3" fmla="*/ 2784 w 435604"/>
                  <a:gd name="connsiteY3" fmla="*/ 430628 h 433023"/>
                  <a:gd name="connsiteX0" fmla="*/ 2784 w 435604"/>
                  <a:gd name="connsiteY0" fmla="*/ 430894 h 433289"/>
                  <a:gd name="connsiteX1" fmla="*/ 339 w 435604"/>
                  <a:gd name="connsiteY1" fmla="*/ 1592 h 433289"/>
                  <a:gd name="connsiteX2" fmla="*/ 435604 w 435604"/>
                  <a:gd name="connsiteY2" fmla="*/ 433289 h 433289"/>
                  <a:gd name="connsiteX3" fmla="*/ 2784 w 435604"/>
                  <a:gd name="connsiteY3" fmla="*/ 430894 h 433289"/>
                </a:gdLst>
                <a:ahLst/>
                <a:cxnLst>
                  <a:cxn ang="0">
                    <a:pos x="connsiteX0" y="connsiteY0"/>
                  </a:cxn>
                  <a:cxn ang="0">
                    <a:pos x="connsiteX1" y="connsiteY1"/>
                  </a:cxn>
                  <a:cxn ang="0">
                    <a:pos x="connsiteX2" y="connsiteY2"/>
                  </a:cxn>
                  <a:cxn ang="0">
                    <a:pos x="connsiteX3" y="connsiteY3"/>
                  </a:cxn>
                </a:cxnLst>
                <a:rect l="l" t="t" r="r" b="b"/>
                <a:pathLst>
                  <a:path w="435604" h="433289">
                    <a:moveTo>
                      <a:pt x="2784" y="430894"/>
                    </a:moveTo>
                    <a:cubicBezTo>
                      <a:pt x="3588" y="268483"/>
                      <a:pt x="-1304" y="402975"/>
                      <a:pt x="339" y="1592"/>
                    </a:cubicBezTo>
                    <a:cubicBezTo>
                      <a:pt x="165791" y="-20828"/>
                      <a:pt x="389378" y="197030"/>
                      <a:pt x="435604" y="433289"/>
                    </a:cubicBezTo>
                    <a:lnTo>
                      <a:pt x="2784" y="430894"/>
                    </a:lnTo>
                    <a:close/>
                  </a:path>
                </a:pathLst>
              </a:custGeom>
              <a:solidFill>
                <a:srgbClr val="EF0000"/>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15" name="Bogen 22">
                <a:extLst>
                  <a:ext uri="{FF2B5EF4-FFF2-40B4-BE49-F238E27FC236}">
                    <a16:creationId xmlns:a16="http://schemas.microsoft.com/office/drawing/2014/main" id="{E46126CE-D1BD-95AF-0AEF-E44874BB6EF2}"/>
                  </a:ext>
                </a:extLst>
              </p:cNvPr>
              <p:cNvSpPr/>
              <p:nvPr/>
            </p:nvSpPr>
            <p:spPr>
              <a:xfrm rot="18449316">
                <a:off x="3742539" y="4545653"/>
                <a:ext cx="269491" cy="313979"/>
              </a:xfrm>
              <a:prstGeom prst="arc">
                <a:avLst>
                  <a:gd name="adj1" fmla="val 603862"/>
                  <a:gd name="adj2" fmla="val 4415887"/>
                </a:avLst>
              </a:prstGeom>
              <a:ln w="31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6" name="Ellipse 2">
                <a:extLst>
                  <a:ext uri="{FF2B5EF4-FFF2-40B4-BE49-F238E27FC236}">
                    <a16:creationId xmlns:a16="http://schemas.microsoft.com/office/drawing/2014/main" id="{369C77D2-3B61-B612-7F17-0926C0EE1DAF}"/>
                  </a:ext>
                </a:extLst>
              </p:cNvPr>
              <p:cNvSpPr/>
              <p:nvPr/>
            </p:nvSpPr>
            <p:spPr>
              <a:xfrm rot="18449316" flipH="1">
                <a:off x="3663340" y="4575473"/>
                <a:ext cx="126424" cy="125948"/>
              </a:xfrm>
              <a:custGeom>
                <a:avLst/>
                <a:gdLst>
                  <a:gd name="connsiteX0" fmla="*/ 0 w 936104"/>
                  <a:gd name="connsiteY0" fmla="*/ 684076 h 1368152"/>
                  <a:gd name="connsiteX1" fmla="*/ 468052 w 936104"/>
                  <a:gd name="connsiteY1" fmla="*/ 0 h 1368152"/>
                  <a:gd name="connsiteX2" fmla="*/ 936104 w 936104"/>
                  <a:gd name="connsiteY2" fmla="*/ 684076 h 1368152"/>
                  <a:gd name="connsiteX3" fmla="*/ 468052 w 936104"/>
                  <a:gd name="connsiteY3" fmla="*/ 1368152 h 1368152"/>
                  <a:gd name="connsiteX4" fmla="*/ 0 w 936104"/>
                  <a:gd name="connsiteY4" fmla="*/ 684076 h 1368152"/>
                  <a:gd name="connsiteX0" fmla="*/ 0 w 978371"/>
                  <a:gd name="connsiteY0" fmla="*/ 687477 h 1371553"/>
                  <a:gd name="connsiteX1" fmla="*/ 468052 w 978371"/>
                  <a:gd name="connsiteY1" fmla="*/ 3401 h 1371553"/>
                  <a:gd name="connsiteX2" fmla="*/ 903317 w 978371"/>
                  <a:gd name="connsiteY2" fmla="*/ 435098 h 1371553"/>
                  <a:gd name="connsiteX3" fmla="*/ 936104 w 978371"/>
                  <a:gd name="connsiteY3" fmla="*/ 687477 h 1371553"/>
                  <a:gd name="connsiteX4" fmla="*/ 468052 w 978371"/>
                  <a:gd name="connsiteY4" fmla="*/ 1371553 h 1371553"/>
                  <a:gd name="connsiteX5" fmla="*/ 0 w 978371"/>
                  <a:gd name="connsiteY5" fmla="*/ 687477 h 1371553"/>
                  <a:gd name="connsiteX0" fmla="*/ 0 w 967002"/>
                  <a:gd name="connsiteY0" fmla="*/ 687477 h 1371553"/>
                  <a:gd name="connsiteX1" fmla="*/ 468052 w 967002"/>
                  <a:gd name="connsiteY1" fmla="*/ 3401 h 1371553"/>
                  <a:gd name="connsiteX2" fmla="*/ 903317 w 967002"/>
                  <a:gd name="connsiteY2" fmla="*/ 435098 h 1371553"/>
                  <a:gd name="connsiteX3" fmla="*/ 936104 w 967002"/>
                  <a:gd name="connsiteY3" fmla="*/ 687477 h 1371553"/>
                  <a:gd name="connsiteX4" fmla="*/ 468052 w 967002"/>
                  <a:gd name="connsiteY4" fmla="*/ 1371553 h 1371553"/>
                  <a:gd name="connsiteX5" fmla="*/ 0 w 967002"/>
                  <a:gd name="connsiteY5" fmla="*/ 687477 h 1371553"/>
                  <a:gd name="connsiteX0" fmla="*/ 0 w 967002"/>
                  <a:gd name="connsiteY0" fmla="*/ 688298 h 1372374"/>
                  <a:gd name="connsiteX1" fmla="*/ 468052 w 967002"/>
                  <a:gd name="connsiteY1" fmla="*/ 4222 h 1372374"/>
                  <a:gd name="connsiteX2" fmla="*/ 903317 w 967002"/>
                  <a:gd name="connsiteY2" fmla="*/ 435919 h 1372374"/>
                  <a:gd name="connsiteX3" fmla="*/ 936104 w 967002"/>
                  <a:gd name="connsiteY3" fmla="*/ 688298 h 1372374"/>
                  <a:gd name="connsiteX4" fmla="*/ 468052 w 967002"/>
                  <a:gd name="connsiteY4" fmla="*/ 1372374 h 1372374"/>
                  <a:gd name="connsiteX5" fmla="*/ 0 w 967002"/>
                  <a:gd name="connsiteY5" fmla="*/ 688298 h 1372374"/>
                  <a:gd name="connsiteX0" fmla="*/ 0 w 956789"/>
                  <a:gd name="connsiteY0" fmla="*/ 688298 h 1372374"/>
                  <a:gd name="connsiteX1" fmla="*/ 468052 w 956789"/>
                  <a:gd name="connsiteY1" fmla="*/ 4222 h 1372374"/>
                  <a:gd name="connsiteX2" fmla="*/ 903317 w 956789"/>
                  <a:gd name="connsiteY2" fmla="*/ 435919 h 1372374"/>
                  <a:gd name="connsiteX3" fmla="*/ 936104 w 956789"/>
                  <a:gd name="connsiteY3" fmla="*/ 688298 h 1372374"/>
                  <a:gd name="connsiteX4" fmla="*/ 468052 w 956789"/>
                  <a:gd name="connsiteY4" fmla="*/ 1372374 h 1372374"/>
                  <a:gd name="connsiteX5" fmla="*/ 0 w 956789"/>
                  <a:gd name="connsiteY5" fmla="*/ 688298 h 1372374"/>
                  <a:gd name="connsiteX0" fmla="*/ 0 w 956789"/>
                  <a:gd name="connsiteY0" fmla="*/ 688236 h 1372312"/>
                  <a:gd name="connsiteX1" fmla="*/ 468052 w 956789"/>
                  <a:gd name="connsiteY1" fmla="*/ 4160 h 1372312"/>
                  <a:gd name="connsiteX2" fmla="*/ 903317 w 956789"/>
                  <a:gd name="connsiteY2" fmla="*/ 435857 h 1372312"/>
                  <a:gd name="connsiteX3" fmla="*/ 936104 w 956789"/>
                  <a:gd name="connsiteY3" fmla="*/ 688236 h 1372312"/>
                  <a:gd name="connsiteX4" fmla="*/ 468052 w 956789"/>
                  <a:gd name="connsiteY4" fmla="*/ 1372312 h 1372312"/>
                  <a:gd name="connsiteX5" fmla="*/ 0 w 956789"/>
                  <a:gd name="connsiteY5" fmla="*/ 688236 h 1372312"/>
                  <a:gd name="connsiteX0" fmla="*/ 0 w 956789"/>
                  <a:gd name="connsiteY0" fmla="*/ 687817 h 1371893"/>
                  <a:gd name="connsiteX1" fmla="*/ 468052 w 956789"/>
                  <a:gd name="connsiteY1" fmla="*/ 3741 h 1371893"/>
                  <a:gd name="connsiteX2" fmla="*/ 903317 w 956789"/>
                  <a:gd name="connsiteY2" fmla="*/ 435438 h 1371893"/>
                  <a:gd name="connsiteX3" fmla="*/ 936104 w 956789"/>
                  <a:gd name="connsiteY3" fmla="*/ 687817 h 1371893"/>
                  <a:gd name="connsiteX4" fmla="*/ 468052 w 956789"/>
                  <a:gd name="connsiteY4" fmla="*/ 1371893 h 1371893"/>
                  <a:gd name="connsiteX5" fmla="*/ 0 w 956789"/>
                  <a:gd name="connsiteY5" fmla="*/ 687817 h 1371893"/>
                  <a:gd name="connsiteX0" fmla="*/ 0 w 956789"/>
                  <a:gd name="connsiteY0" fmla="*/ 687817 h 723535"/>
                  <a:gd name="connsiteX1" fmla="*/ 468052 w 956789"/>
                  <a:gd name="connsiteY1" fmla="*/ 3741 h 723535"/>
                  <a:gd name="connsiteX2" fmla="*/ 903317 w 956789"/>
                  <a:gd name="connsiteY2" fmla="*/ 435438 h 723535"/>
                  <a:gd name="connsiteX3" fmla="*/ 936104 w 956789"/>
                  <a:gd name="connsiteY3" fmla="*/ 687817 h 723535"/>
                  <a:gd name="connsiteX4" fmla="*/ 468052 w 956789"/>
                  <a:gd name="connsiteY4" fmla="*/ 437933 h 723535"/>
                  <a:gd name="connsiteX5" fmla="*/ 0 w 956789"/>
                  <a:gd name="connsiteY5" fmla="*/ 687817 h 72353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54408 w 489673"/>
                  <a:gd name="connsiteY0" fmla="*/ 437933 h 469592"/>
                  <a:gd name="connsiteX1" fmla="*/ 54408 w 489673"/>
                  <a:gd name="connsiteY1" fmla="*/ 3741 h 469592"/>
                  <a:gd name="connsiteX2" fmla="*/ 489673 w 489673"/>
                  <a:gd name="connsiteY2" fmla="*/ 435438 h 469592"/>
                  <a:gd name="connsiteX3" fmla="*/ 54408 w 489673"/>
                  <a:gd name="connsiteY3" fmla="*/ 437933 h 469592"/>
                  <a:gd name="connsiteX0" fmla="*/ 32065 w 467330"/>
                  <a:gd name="connsiteY0" fmla="*/ 446305 h 477964"/>
                  <a:gd name="connsiteX1" fmla="*/ 32065 w 467330"/>
                  <a:gd name="connsiteY1" fmla="*/ 12113 h 477964"/>
                  <a:gd name="connsiteX2" fmla="*/ 467330 w 467330"/>
                  <a:gd name="connsiteY2" fmla="*/ 443810 h 477964"/>
                  <a:gd name="connsiteX3" fmla="*/ 32065 w 467330"/>
                  <a:gd name="connsiteY3" fmla="*/ 446305 h 477964"/>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32611 w 467876"/>
                  <a:gd name="connsiteY0" fmla="*/ 435518 h 467177"/>
                  <a:gd name="connsiteX1" fmla="*/ 32611 w 467876"/>
                  <a:gd name="connsiteY1" fmla="*/ 1326 h 467177"/>
                  <a:gd name="connsiteX2" fmla="*/ 467876 w 467876"/>
                  <a:gd name="connsiteY2" fmla="*/ 433023 h 467177"/>
                  <a:gd name="connsiteX3" fmla="*/ 32611 w 467876"/>
                  <a:gd name="connsiteY3" fmla="*/ 435518 h 467177"/>
                  <a:gd name="connsiteX0" fmla="*/ 37837 w 455987"/>
                  <a:gd name="connsiteY0" fmla="*/ 435518 h 467177"/>
                  <a:gd name="connsiteX1" fmla="*/ 20722 w 455987"/>
                  <a:gd name="connsiteY1" fmla="*/ 1326 h 467177"/>
                  <a:gd name="connsiteX2" fmla="*/ 455987 w 455987"/>
                  <a:gd name="connsiteY2" fmla="*/ 433023 h 467177"/>
                  <a:gd name="connsiteX3" fmla="*/ 37837 w 455987"/>
                  <a:gd name="connsiteY3" fmla="*/ 435518 h 467177"/>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12354 w 435394"/>
                  <a:gd name="connsiteY0" fmla="*/ 433073 h 465364"/>
                  <a:gd name="connsiteX1" fmla="*/ 129 w 435394"/>
                  <a:gd name="connsiteY1" fmla="*/ 1326 h 465364"/>
                  <a:gd name="connsiteX2" fmla="*/ 435394 w 435394"/>
                  <a:gd name="connsiteY2" fmla="*/ 433023 h 465364"/>
                  <a:gd name="connsiteX3" fmla="*/ 12354 w 435394"/>
                  <a:gd name="connsiteY3" fmla="*/ 433073 h 465364"/>
                  <a:gd name="connsiteX0" fmla="*/ 2784 w 435604"/>
                  <a:gd name="connsiteY0" fmla="*/ 430628 h 463576"/>
                  <a:gd name="connsiteX1" fmla="*/ 339 w 435604"/>
                  <a:gd name="connsiteY1" fmla="*/ 1326 h 463576"/>
                  <a:gd name="connsiteX2" fmla="*/ 435604 w 435604"/>
                  <a:gd name="connsiteY2" fmla="*/ 433023 h 463576"/>
                  <a:gd name="connsiteX3" fmla="*/ 2784 w 435604"/>
                  <a:gd name="connsiteY3" fmla="*/ 430628 h 463576"/>
                  <a:gd name="connsiteX0" fmla="*/ 2784 w 435604"/>
                  <a:gd name="connsiteY0" fmla="*/ 430628 h 433023"/>
                  <a:gd name="connsiteX1" fmla="*/ 339 w 435604"/>
                  <a:gd name="connsiteY1" fmla="*/ 1326 h 433023"/>
                  <a:gd name="connsiteX2" fmla="*/ 435604 w 435604"/>
                  <a:gd name="connsiteY2" fmla="*/ 433023 h 433023"/>
                  <a:gd name="connsiteX3" fmla="*/ 2784 w 435604"/>
                  <a:gd name="connsiteY3" fmla="*/ 430628 h 433023"/>
                  <a:gd name="connsiteX0" fmla="*/ 2784 w 435604"/>
                  <a:gd name="connsiteY0" fmla="*/ 430894 h 433289"/>
                  <a:gd name="connsiteX1" fmla="*/ 339 w 435604"/>
                  <a:gd name="connsiteY1" fmla="*/ 1592 h 433289"/>
                  <a:gd name="connsiteX2" fmla="*/ 435604 w 435604"/>
                  <a:gd name="connsiteY2" fmla="*/ 433289 h 433289"/>
                  <a:gd name="connsiteX3" fmla="*/ 2784 w 435604"/>
                  <a:gd name="connsiteY3" fmla="*/ 430894 h 433289"/>
                </a:gdLst>
                <a:ahLst/>
                <a:cxnLst>
                  <a:cxn ang="0">
                    <a:pos x="connsiteX0" y="connsiteY0"/>
                  </a:cxn>
                  <a:cxn ang="0">
                    <a:pos x="connsiteX1" y="connsiteY1"/>
                  </a:cxn>
                  <a:cxn ang="0">
                    <a:pos x="connsiteX2" y="connsiteY2"/>
                  </a:cxn>
                  <a:cxn ang="0">
                    <a:pos x="connsiteX3" y="connsiteY3"/>
                  </a:cxn>
                </a:cxnLst>
                <a:rect l="l" t="t" r="r" b="b"/>
                <a:pathLst>
                  <a:path w="435604" h="433289">
                    <a:moveTo>
                      <a:pt x="2784" y="430894"/>
                    </a:moveTo>
                    <a:cubicBezTo>
                      <a:pt x="3588" y="268483"/>
                      <a:pt x="-1304" y="402975"/>
                      <a:pt x="339" y="1592"/>
                    </a:cubicBezTo>
                    <a:cubicBezTo>
                      <a:pt x="165791" y="-20828"/>
                      <a:pt x="389378" y="197030"/>
                      <a:pt x="435604" y="433289"/>
                    </a:cubicBezTo>
                    <a:lnTo>
                      <a:pt x="2784" y="430894"/>
                    </a:lnTo>
                    <a:close/>
                  </a:path>
                </a:pathLst>
              </a:custGeom>
              <a:solidFill>
                <a:srgbClr val="D9D9D9"/>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17" name="Abgerundetes Rechteck 24">
                <a:extLst>
                  <a:ext uri="{FF2B5EF4-FFF2-40B4-BE49-F238E27FC236}">
                    <a16:creationId xmlns:a16="http://schemas.microsoft.com/office/drawing/2014/main" id="{C5A80708-1628-546C-EB28-B048D53B8E2A}"/>
                  </a:ext>
                </a:extLst>
              </p:cNvPr>
              <p:cNvSpPr/>
              <p:nvPr/>
            </p:nvSpPr>
            <p:spPr>
              <a:xfrm rot="18449316">
                <a:off x="3796163" y="4567025"/>
                <a:ext cx="20931" cy="104928"/>
              </a:xfrm>
              <a:prstGeom prst="roundRect">
                <a:avLst>
                  <a:gd name="adj" fmla="val 33202"/>
                </a:avLst>
              </a:prstGeom>
              <a:solidFill>
                <a:schemeClr val="bg1">
                  <a:lumMod val="8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grpSp>
        <p:sp>
          <p:nvSpPr>
            <p:cNvPr id="10" name="Textfeld 17">
              <a:extLst>
                <a:ext uri="{FF2B5EF4-FFF2-40B4-BE49-F238E27FC236}">
                  <a16:creationId xmlns:a16="http://schemas.microsoft.com/office/drawing/2014/main" id="{7F721846-F399-9A28-23B6-B256F73BE104}"/>
                </a:ext>
              </a:extLst>
            </p:cNvPr>
            <p:cNvSpPr txBox="1"/>
            <p:nvPr/>
          </p:nvSpPr>
          <p:spPr>
            <a:xfrm>
              <a:off x="5082540" y="2876452"/>
              <a:ext cx="284052" cy="307777"/>
            </a:xfrm>
            <a:prstGeom prst="rect">
              <a:avLst/>
            </a:prstGeom>
            <a:noFill/>
          </p:spPr>
          <p:txBody>
            <a:bodyPr wrap="none" rtlCol="0">
              <a:spAutoFit/>
            </a:bodyPr>
            <a:lstStyle/>
            <a:p>
              <a:r>
                <a:rPr lang="de-DE" sz="1400" dirty="0"/>
                <a:t>1</a:t>
              </a:r>
              <a:endParaRPr lang="en-GB" sz="1400" dirty="0"/>
            </a:p>
          </p:txBody>
        </p:sp>
      </p:grpSp>
      <p:grpSp>
        <p:nvGrpSpPr>
          <p:cNvPr id="18" name="Gruppieren 12">
            <a:extLst>
              <a:ext uri="{FF2B5EF4-FFF2-40B4-BE49-F238E27FC236}">
                <a16:creationId xmlns:a16="http://schemas.microsoft.com/office/drawing/2014/main" id="{1A2511E8-4B01-717A-05DD-1D835BA04849}"/>
              </a:ext>
            </a:extLst>
          </p:cNvPr>
          <p:cNvGrpSpPr/>
          <p:nvPr/>
        </p:nvGrpSpPr>
        <p:grpSpPr>
          <a:xfrm>
            <a:off x="2033337" y="5169763"/>
            <a:ext cx="529020" cy="386978"/>
            <a:chOff x="4844085" y="2797251"/>
            <a:chExt cx="529020" cy="386978"/>
          </a:xfrm>
        </p:grpSpPr>
        <p:grpSp>
          <p:nvGrpSpPr>
            <p:cNvPr id="19" name="Gruppieren 15">
              <a:extLst>
                <a:ext uri="{FF2B5EF4-FFF2-40B4-BE49-F238E27FC236}">
                  <a16:creationId xmlns:a16="http://schemas.microsoft.com/office/drawing/2014/main" id="{D51CA378-9445-96B6-C83A-1874E00F00E3}"/>
                </a:ext>
              </a:extLst>
            </p:cNvPr>
            <p:cNvGrpSpPr/>
            <p:nvPr/>
          </p:nvGrpSpPr>
          <p:grpSpPr>
            <a:xfrm>
              <a:off x="4844085" y="2797251"/>
              <a:ext cx="529020" cy="363297"/>
              <a:chOff x="3543005" y="4474091"/>
              <a:chExt cx="529020" cy="363297"/>
            </a:xfrm>
          </p:grpSpPr>
          <p:sp>
            <p:nvSpPr>
              <p:cNvPr id="21" name="Freihandform 18">
                <a:extLst>
                  <a:ext uri="{FF2B5EF4-FFF2-40B4-BE49-F238E27FC236}">
                    <a16:creationId xmlns:a16="http://schemas.microsoft.com/office/drawing/2014/main" id="{BC4E0449-017F-F0F5-0EE6-1B035CDBCBA7}"/>
                  </a:ext>
                </a:extLst>
              </p:cNvPr>
              <p:cNvSpPr/>
              <p:nvPr/>
            </p:nvSpPr>
            <p:spPr>
              <a:xfrm rot="18449316">
                <a:off x="3579285" y="4450688"/>
                <a:ext cx="92273" cy="164834"/>
              </a:xfrm>
              <a:custGeom>
                <a:avLst/>
                <a:gdLst>
                  <a:gd name="connsiteX0" fmla="*/ 300229 w 310507"/>
                  <a:gd name="connsiteY0" fmla="*/ 556260 h 556260"/>
                  <a:gd name="connsiteX1" fmla="*/ 284989 w 310507"/>
                  <a:gd name="connsiteY1" fmla="*/ 281940 h 556260"/>
                  <a:gd name="connsiteX2" fmla="*/ 79249 w 310507"/>
                  <a:gd name="connsiteY2" fmla="*/ 182880 h 556260"/>
                  <a:gd name="connsiteX3" fmla="*/ 3049 w 310507"/>
                  <a:gd name="connsiteY3" fmla="*/ 0 h 556260"/>
                  <a:gd name="connsiteX0" fmla="*/ 303334 w 313612"/>
                  <a:gd name="connsiteY0" fmla="*/ 556260 h 556260"/>
                  <a:gd name="connsiteX1" fmla="*/ 288094 w 313612"/>
                  <a:gd name="connsiteY1" fmla="*/ 281940 h 556260"/>
                  <a:gd name="connsiteX2" fmla="*/ 82354 w 313612"/>
                  <a:gd name="connsiteY2" fmla="*/ 182880 h 556260"/>
                  <a:gd name="connsiteX3" fmla="*/ 6154 w 313612"/>
                  <a:gd name="connsiteY3" fmla="*/ 0 h 556260"/>
                  <a:gd name="connsiteX0" fmla="*/ 300289 w 314283"/>
                  <a:gd name="connsiteY0" fmla="*/ 556260 h 556260"/>
                  <a:gd name="connsiteX1" fmla="*/ 292193 w 314283"/>
                  <a:gd name="connsiteY1" fmla="*/ 291283 h 556260"/>
                  <a:gd name="connsiteX2" fmla="*/ 79309 w 314283"/>
                  <a:gd name="connsiteY2" fmla="*/ 182880 h 556260"/>
                  <a:gd name="connsiteX3" fmla="*/ 3109 w 314283"/>
                  <a:gd name="connsiteY3" fmla="*/ 0 h 556260"/>
                  <a:gd name="connsiteX0" fmla="*/ 300289 w 327443"/>
                  <a:gd name="connsiteY0" fmla="*/ 556260 h 556260"/>
                  <a:gd name="connsiteX1" fmla="*/ 292193 w 327443"/>
                  <a:gd name="connsiteY1" fmla="*/ 291283 h 556260"/>
                  <a:gd name="connsiteX2" fmla="*/ 79309 w 327443"/>
                  <a:gd name="connsiteY2" fmla="*/ 182880 h 556260"/>
                  <a:gd name="connsiteX3" fmla="*/ 3109 w 327443"/>
                  <a:gd name="connsiteY3" fmla="*/ 0 h 556260"/>
                  <a:gd name="connsiteX0" fmla="*/ 303868 w 331022"/>
                  <a:gd name="connsiteY0" fmla="*/ 556260 h 556260"/>
                  <a:gd name="connsiteX1" fmla="*/ 295772 w 331022"/>
                  <a:gd name="connsiteY1" fmla="*/ 291283 h 556260"/>
                  <a:gd name="connsiteX2" fmla="*/ 82888 w 331022"/>
                  <a:gd name="connsiteY2" fmla="*/ 182880 h 556260"/>
                  <a:gd name="connsiteX3" fmla="*/ 6688 w 331022"/>
                  <a:gd name="connsiteY3" fmla="*/ 0 h 556260"/>
                  <a:gd name="connsiteX0" fmla="*/ 309338 w 324800"/>
                  <a:gd name="connsiteY0" fmla="*/ 556260 h 556260"/>
                  <a:gd name="connsiteX1" fmla="*/ 301242 w 324800"/>
                  <a:gd name="connsiteY1" fmla="*/ 291283 h 556260"/>
                  <a:gd name="connsiteX2" fmla="*/ 66927 w 324800"/>
                  <a:gd name="connsiteY2" fmla="*/ 171200 h 556260"/>
                  <a:gd name="connsiteX3" fmla="*/ 12158 w 324800"/>
                  <a:gd name="connsiteY3" fmla="*/ 0 h 556260"/>
                  <a:gd name="connsiteX0" fmla="*/ 301977 w 317439"/>
                  <a:gd name="connsiteY0" fmla="*/ 556260 h 556260"/>
                  <a:gd name="connsiteX1" fmla="*/ 293881 w 317439"/>
                  <a:gd name="connsiteY1" fmla="*/ 307634 h 556260"/>
                  <a:gd name="connsiteX2" fmla="*/ 59566 w 317439"/>
                  <a:gd name="connsiteY2" fmla="*/ 171200 h 556260"/>
                  <a:gd name="connsiteX3" fmla="*/ 4797 w 317439"/>
                  <a:gd name="connsiteY3" fmla="*/ 0 h 556260"/>
                </a:gdLst>
                <a:ahLst/>
                <a:cxnLst>
                  <a:cxn ang="0">
                    <a:pos x="connsiteX0" y="connsiteY0"/>
                  </a:cxn>
                  <a:cxn ang="0">
                    <a:pos x="connsiteX1" y="connsiteY1"/>
                  </a:cxn>
                  <a:cxn ang="0">
                    <a:pos x="connsiteX2" y="connsiteY2"/>
                  </a:cxn>
                  <a:cxn ang="0">
                    <a:pos x="connsiteX3" y="connsiteY3"/>
                  </a:cxn>
                </a:cxnLst>
                <a:rect l="l" t="t" r="r" b="b"/>
                <a:pathLst>
                  <a:path w="317439" h="556260">
                    <a:moveTo>
                      <a:pt x="301977" y="556260"/>
                    </a:moveTo>
                    <a:cubicBezTo>
                      <a:pt x="312772" y="450215"/>
                      <a:pt x="334283" y="371811"/>
                      <a:pt x="293881" y="307634"/>
                    </a:cubicBezTo>
                    <a:cubicBezTo>
                      <a:pt x="253479" y="243457"/>
                      <a:pt x="107747" y="222472"/>
                      <a:pt x="59566" y="171200"/>
                    </a:cubicBezTo>
                    <a:cubicBezTo>
                      <a:pt x="11385" y="119928"/>
                      <a:pt x="-10443" y="52070"/>
                      <a:pt x="4797" y="0"/>
                    </a:cubicBezTo>
                  </a:path>
                </a:pathLst>
              </a:custGeom>
              <a:no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Freihandform 19">
                <a:extLst>
                  <a:ext uri="{FF2B5EF4-FFF2-40B4-BE49-F238E27FC236}">
                    <a16:creationId xmlns:a16="http://schemas.microsoft.com/office/drawing/2014/main" id="{9E0DFC95-C9D1-2E1A-ED15-7834724CD19A}"/>
                  </a:ext>
                </a:extLst>
              </p:cNvPr>
              <p:cNvSpPr/>
              <p:nvPr/>
            </p:nvSpPr>
            <p:spPr>
              <a:xfrm rot="18449316">
                <a:off x="3578111" y="4451267"/>
                <a:ext cx="92273" cy="161874"/>
              </a:xfrm>
              <a:custGeom>
                <a:avLst/>
                <a:gdLst>
                  <a:gd name="connsiteX0" fmla="*/ 300229 w 310507"/>
                  <a:gd name="connsiteY0" fmla="*/ 556260 h 556260"/>
                  <a:gd name="connsiteX1" fmla="*/ 284989 w 310507"/>
                  <a:gd name="connsiteY1" fmla="*/ 281940 h 556260"/>
                  <a:gd name="connsiteX2" fmla="*/ 79249 w 310507"/>
                  <a:gd name="connsiteY2" fmla="*/ 182880 h 556260"/>
                  <a:gd name="connsiteX3" fmla="*/ 3049 w 310507"/>
                  <a:gd name="connsiteY3" fmla="*/ 0 h 556260"/>
                  <a:gd name="connsiteX0" fmla="*/ 303334 w 313612"/>
                  <a:gd name="connsiteY0" fmla="*/ 556260 h 556260"/>
                  <a:gd name="connsiteX1" fmla="*/ 288094 w 313612"/>
                  <a:gd name="connsiteY1" fmla="*/ 281940 h 556260"/>
                  <a:gd name="connsiteX2" fmla="*/ 82354 w 313612"/>
                  <a:gd name="connsiteY2" fmla="*/ 182880 h 556260"/>
                  <a:gd name="connsiteX3" fmla="*/ 6154 w 313612"/>
                  <a:gd name="connsiteY3" fmla="*/ 0 h 556260"/>
                  <a:gd name="connsiteX0" fmla="*/ 300289 w 314283"/>
                  <a:gd name="connsiteY0" fmla="*/ 556260 h 556260"/>
                  <a:gd name="connsiteX1" fmla="*/ 292193 w 314283"/>
                  <a:gd name="connsiteY1" fmla="*/ 291283 h 556260"/>
                  <a:gd name="connsiteX2" fmla="*/ 79309 w 314283"/>
                  <a:gd name="connsiteY2" fmla="*/ 182880 h 556260"/>
                  <a:gd name="connsiteX3" fmla="*/ 3109 w 314283"/>
                  <a:gd name="connsiteY3" fmla="*/ 0 h 556260"/>
                  <a:gd name="connsiteX0" fmla="*/ 300289 w 327443"/>
                  <a:gd name="connsiteY0" fmla="*/ 556260 h 556260"/>
                  <a:gd name="connsiteX1" fmla="*/ 292193 w 327443"/>
                  <a:gd name="connsiteY1" fmla="*/ 291283 h 556260"/>
                  <a:gd name="connsiteX2" fmla="*/ 79309 w 327443"/>
                  <a:gd name="connsiteY2" fmla="*/ 182880 h 556260"/>
                  <a:gd name="connsiteX3" fmla="*/ 3109 w 327443"/>
                  <a:gd name="connsiteY3" fmla="*/ 0 h 556260"/>
                  <a:gd name="connsiteX0" fmla="*/ 303868 w 331022"/>
                  <a:gd name="connsiteY0" fmla="*/ 556260 h 556260"/>
                  <a:gd name="connsiteX1" fmla="*/ 295772 w 331022"/>
                  <a:gd name="connsiteY1" fmla="*/ 291283 h 556260"/>
                  <a:gd name="connsiteX2" fmla="*/ 82888 w 331022"/>
                  <a:gd name="connsiteY2" fmla="*/ 182880 h 556260"/>
                  <a:gd name="connsiteX3" fmla="*/ 6688 w 331022"/>
                  <a:gd name="connsiteY3" fmla="*/ 0 h 556260"/>
                  <a:gd name="connsiteX0" fmla="*/ 309338 w 324800"/>
                  <a:gd name="connsiteY0" fmla="*/ 556260 h 556260"/>
                  <a:gd name="connsiteX1" fmla="*/ 301242 w 324800"/>
                  <a:gd name="connsiteY1" fmla="*/ 291283 h 556260"/>
                  <a:gd name="connsiteX2" fmla="*/ 66927 w 324800"/>
                  <a:gd name="connsiteY2" fmla="*/ 171200 h 556260"/>
                  <a:gd name="connsiteX3" fmla="*/ 12158 w 324800"/>
                  <a:gd name="connsiteY3" fmla="*/ 0 h 556260"/>
                  <a:gd name="connsiteX0" fmla="*/ 301977 w 317439"/>
                  <a:gd name="connsiteY0" fmla="*/ 556260 h 556260"/>
                  <a:gd name="connsiteX1" fmla="*/ 293881 w 317439"/>
                  <a:gd name="connsiteY1" fmla="*/ 307634 h 556260"/>
                  <a:gd name="connsiteX2" fmla="*/ 59566 w 317439"/>
                  <a:gd name="connsiteY2" fmla="*/ 171200 h 556260"/>
                  <a:gd name="connsiteX3" fmla="*/ 4797 w 317439"/>
                  <a:gd name="connsiteY3" fmla="*/ 0 h 556260"/>
                </a:gdLst>
                <a:ahLst/>
                <a:cxnLst>
                  <a:cxn ang="0">
                    <a:pos x="connsiteX0" y="connsiteY0"/>
                  </a:cxn>
                  <a:cxn ang="0">
                    <a:pos x="connsiteX1" y="connsiteY1"/>
                  </a:cxn>
                  <a:cxn ang="0">
                    <a:pos x="connsiteX2" y="connsiteY2"/>
                  </a:cxn>
                  <a:cxn ang="0">
                    <a:pos x="connsiteX3" y="connsiteY3"/>
                  </a:cxn>
                </a:cxnLst>
                <a:rect l="l" t="t" r="r" b="b"/>
                <a:pathLst>
                  <a:path w="317439" h="556260">
                    <a:moveTo>
                      <a:pt x="301977" y="556260"/>
                    </a:moveTo>
                    <a:cubicBezTo>
                      <a:pt x="312772" y="450215"/>
                      <a:pt x="334283" y="371811"/>
                      <a:pt x="293881" y="307634"/>
                    </a:cubicBezTo>
                    <a:cubicBezTo>
                      <a:pt x="253479" y="243457"/>
                      <a:pt x="107747" y="222472"/>
                      <a:pt x="59566" y="171200"/>
                    </a:cubicBezTo>
                    <a:cubicBezTo>
                      <a:pt x="11385" y="119928"/>
                      <a:pt x="-10443" y="52070"/>
                      <a:pt x="4797" y="0"/>
                    </a:cubicBezTo>
                  </a:path>
                </a:pathLst>
              </a:cu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Ellipse 20">
                <a:extLst>
                  <a:ext uri="{FF2B5EF4-FFF2-40B4-BE49-F238E27FC236}">
                    <a16:creationId xmlns:a16="http://schemas.microsoft.com/office/drawing/2014/main" id="{D4BDDEA7-3C59-A313-E6E3-9F9C1B77D911}"/>
                  </a:ext>
                </a:extLst>
              </p:cNvPr>
              <p:cNvSpPr/>
              <p:nvPr/>
            </p:nvSpPr>
            <p:spPr>
              <a:xfrm rot="18449316">
                <a:off x="3737126" y="4471687"/>
                <a:ext cx="272105" cy="397692"/>
              </a:xfrm>
              <a:prstGeom prst="ellipse">
                <a:avLst/>
              </a:prstGeom>
              <a:solidFill>
                <a:schemeClr val="bg1">
                  <a:lumMod val="8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24" name="Ellipse 2">
                <a:extLst>
                  <a:ext uri="{FF2B5EF4-FFF2-40B4-BE49-F238E27FC236}">
                    <a16:creationId xmlns:a16="http://schemas.microsoft.com/office/drawing/2014/main" id="{11827A4B-EEB5-FDFB-998D-305AAFBD86D8}"/>
                  </a:ext>
                </a:extLst>
              </p:cNvPr>
              <p:cNvSpPr/>
              <p:nvPr/>
            </p:nvSpPr>
            <p:spPr>
              <a:xfrm rot="18449316">
                <a:off x="3740161" y="4474428"/>
                <a:ext cx="126621" cy="125948"/>
              </a:xfrm>
              <a:custGeom>
                <a:avLst/>
                <a:gdLst>
                  <a:gd name="connsiteX0" fmla="*/ 0 w 936104"/>
                  <a:gd name="connsiteY0" fmla="*/ 684076 h 1368152"/>
                  <a:gd name="connsiteX1" fmla="*/ 468052 w 936104"/>
                  <a:gd name="connsiteY1" fmla="*/ 0 h 1368152"/>
                  <a:gd name="connsiteX2" fmla="*/ 936104 w 936104"/>
                  <a:gd name="connsiteY2" fmla="*/ 684076 h 1368152"/>
                  <a:gd name="connsiteX3" fmla="*/ 468052 w 936104"/>
                  <a:gd name="connsiteY3" fmla="*/ 1368152 h 1368152"/>
                  <a:gd name="connsiteX4" fmla="*/ 0 w 936104"/>
                  <a:gd name="connsiteY4" fmla="*/ 684076 h 1368152"/>
                  <a:gd name="connsiteX0" fmla="*/ 0 w 978371"/>
                  <a:gd name="connsiteY0" fmla="*/ 687477 h 1371553"/>
                  <a:gd name="connsiteX1" fmla="*/ 468052 w 978371"/>
                  <a:gd name="connsiteY1" fmla="*/ 3401 h 1371553"/>
                  <a:gd name="connsiteX2" fmla="*/ 903317 w 978371"/>
                  <a:gd name="connsiteY2" fmla="*/ 435098 h 1371553"/>
                  <a:gd name="connsiteX3" fmla="*/ 936104 w 978371"/>
                  <a:gd name="connsiteY3" fmla="*/ 687477 h 1371553"/>
                  <a:gd name="connsiteX4" fmla="*/ 468052 w 978371"/>
                  <a:gd name="connsiteY4" fmla="*/ 1371553 h 1371553"/>
                  <a:gd name="connsiteX5" fmla="*/ 0 w 978371"/>
                  <a:gd name="connsiteY5" fmla="*/ 687477 h 1371553"/>
                  <a:gd name="connsiteX0" fmla="*/ 0 w 967002"/>
                  <a:gd name="connsiteY0" fmla="*/ 687477 h 1371553"/>
                  <a:gd name="connsiteX1" fmla="*/ 468052 w 967002"/>
                  <a:gd name="connsiteY1" fmla="*/ 3401 h 1371553"/>
                  <a:gd name="connsiteX2" fmla="*/ 903317 w 967002"/>
                  <a:gd name="connsiteY2" fmla="*/ 435098 h 1371553"/>
                  <a:gd name="connsiteX3" fmla="*/ 936104 w 967002"/>
                  <a:gd name="connsiteY3" fmla="*/ 687477 h 1371553"/>
                  <a:gd name="connsiteX4" fmla="*/ 468052 w 967002"/>
                  <a:gd name="connsiteY4" fmla="*/ 1371553 h 1371553"/>
                  <a:gd name="connsiteX5" fmla="*/ 0 w 967002"/>
                  <a:gd name="connsiteY5" fmla="*/ 687477 h 1371553"/>
                  <a:gd name="connsiteX0" fmla="*/ 0 w 967002"/>
                  <a:gd name="connsiteY0" fmla="*/ 688298 h 1372374"/>
                  <a:gd name="connsiteX1" fmla="*/ 468052 w 967002"/>
                  <a:gd name="connsiteY1" fmla="*/ 4222 h 1372374"/>
                  <a:gd name="connsiteX2" fmla="*/ 903317 w 967002"/>
                  <a:gd name="connsiteY2" fmla="*/ 435919 h 1372374"/>
                  <a:gd name="connsiteX3" fmla="*/ 936104 w 967002"/>
                  <a:gd name="connsiteY3" fmla="*/ 688298 h 1372374"/>
                  <a:gd name="connsiteX4" fmla="*/ 468052 w 967002"/>
                  <a:gd name="connsiteY4" fmla="*/ 1372374 h 1372374"/>
                  <a:gd name="connsiteX5" fmla="*/ 0 w 967002"/>
                  <a:gd name="connsiteY5" fmla="*/ 688298 h 1372374"/>
                  <a:gd name="connsiteX0" fmla="*/ 0 w 956789"/>
                  <a:gd name="connsiteY0" fmla="*/ 688298 h 1372374"/>
                  <a:gd name="connsiteX1" fmla="*/ 468052 w 956789"/>
                  <a:gd name="connsiteY1" fmla="*/ 4222 h 1372374"/>
                  <a:gd name="connsiteX2" fmla="*/ 903317 w 956789"/>
                  <a:gd name="connsiteY2" fmla="*/ 435919 h 1372374"/>
                  <a:gd name="connsiteX3" fmla="*/ 936104 w 956789"/>
                  <a:gd name="connsiteY3" fmla="*/ 688298 h 1372374"/>
                  <a:gd name="connsiteX4" fmla="*/ 468052 w 956789"/>
                  <a:gd name="connsiteY4" fmla="*/ 1372374 h 1372374"/>
                  <a:gd name="connsiteX5" fmla="*/ 0 w 956789"/>
                  <a:gd name="connsiteY5" fmla="*/ 688298 h 1372374"/>
                  <a:gd name="connsiteX0" fmla="*/ 0 w 956789"/>
                  <a:gd name="connsiteY0" fmla="*/ 688236 h 1372312"/>
                  <a:gd name="connsiteX1" fmla="*/ 468052 w 956789"/>
                  <a:gd name="connsiteY1" fmla="*/ 4160 h 1372312"/>
                  <a:gd name="connsiteX2" fmla="*/ 903317 w 956789"/>
                  <a:gd name="connsiteY2" fmla="*/ 435857 h 1372312"/>
                  <a:gd name="connsiteX3" fmla="*/ 936104 w 956789"/>
                  <a:gd name="connsiteY3" fmla="*/ 688236 h 1372312"/>
                  <a:gd name="connsiteX4" fmla="*/ 468052 w 956789"/>
                  <a:gd name="connsiteY4" fmla="*/ 1372312 h 1372312"/>
                  <a:gd name="connsiteX5" fmla="*/ 0 w 956789"/>
                  <a:gd name="connsiteY5" fmla="*/ 688236 h 1372312"/>
                  <a:gd name="connsiteX0" fmla="*/ 0 w 956789"/>
                  <a:gd name="connsiteY0" fmla="*/ 687817 h 1371893"/>
                  <a:gd name="connsiteX1" fmla="*/ 468052 w 956789"/>
                  <a:gd name="connsiteY1" fmla="*/ 3741 h 1371893"/>
                  <a:gd name="connsiteX2" fmla="*/ 903317 w 956789"/>
                  <a:gd name="connsiteY2" fmla="*/ 435438 h 1371893"/>
                  <a:gd name="connsiteX3" fmla="*/ 936104 w 956789"/>
                  <a:gd name="connsiteY3" fmla="*/ 687817 h 1371893"/>
                  <a:gd name="connsiteX4" fmla="*/ 468052 w 956789"/>
                  <a:gd name="connsiteY4" fmla="*/ 1371893 h 1371893"/>
                  <a:gd name="connsiteX5" fmla="*/ 0 w 956789"/>
                  <a:gd name="connsiteY5" fmla="*/ 687817 h 1371893"/>
                  <a:gd name="connsiteX0" fmla="*/ 0 w 956789"/>
                  <a:gd name="connsiteY0" fmla="*/ 687817 h 723535"/>
                  <a:gd name="connsiteX1" fmla="*/ 468052 w 956789"/>
                  <a:gd name="connsiteY1" fmla="*/ 3741 h 723535"/>
                  <a:gd name="connsiteX2" fmla="*/ 903317 w 956789"/>
                  <a:gd name="connsiteY2" fmla="*/ 435438 h 723535"/>
                  <a:gd name="connsiteX3" fmla="*/ 936104 w 956789"/>
                  <a:gd name="connsiteY3" fmla="*/ 687817 h 723535"/>
                  <a:gd name="connsiteX4" fmla="*/ 468052 w 956789"/>
                  <a:gd name="connsiteY4" fmla="*/ 437933 h 723535"/>
                  <a:gd name="connsiteX5" fmla="*/ 0 w 956789"/>
                  <a:gd name="connsiteY5" fmla="*/ 687817 h 72353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54408 w 489673"/>
                  <a:gd name="connsiteY0" fmla="*/ 437933 h 469592"/>
                  <a:gd name="connsiteX1" fmla="*/ 54408 w 489673"/>
                  <a:gd name="connsiteY1" fmla="*/ 3741 h 469592"/>
                  <a:gd name="connsiteX2" fmla="*/ 489673 w 489673"/>
                  <a:gd name="connsiteY2" fmla="*/ 435438 h 469592"/>
                  <a:gd name="connsiteX3" fmla="*/ 54408 w 489673"/>
                  <a:gd name="connsiteY3" fmla="*/ 437933 h 469592"/>
                  <a:gd name="connsiteX0" fmla="*/ 32065 w 467330"/>
                  <a:gd name="connsiteY0" fmla="*/ 446305 h 477964"/>
                  <a:gd name="connsiteX1" fmla="*/ 32065 w 467330"/>
                  <a:gd name="connsiteY1" fmla="*/ 12113 h 477964"/>
                  <a:gd name="connsiteX2" fmla="*/ 467330 w 467330"/>
                  <a:gd name="connsiteY2" fmla="*/ 443810 h 477964"/>
                  <a:gd name="connsiteX3" fmla="*/ 32065 w 467330"/>
                  <a:gd name="connsiteY3" fmla="*/ 446305 h 477964"/>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32611 w 467876"/>
                  <a:gd name="connsiteY0" fmla="*/ 435518 h 467177"/>
                  <a:gd name="connsiteX1" fmla="*/ 32611 w 467876"/>
                  <a:gd name="connsiteY1" fmla="*/ 1326 h 467177"/>
                  <a:gd name="connsiteX2" fmla="*/ 467876 w 467876"/>
                  <a:gd name="connsiteY2" fmla="*/ 433023 h 467177"/>
                  <a:gd name="connsiteX3" fmla="*/ 32611 w 467876"/>
                  <a:gd name="connsiteY3" fmla="*/ 435518 h 467177"/>
                  <a:gd name="connsiteX0" fmla="*/ 37837 w 455987"/>
                  <a:gd name="connsiteY0" fmla="*/ 435518 h 467177"/>
                  <a:gd name="connsiteX1" fmla="*/ 20722 w 455987"/>
                  <a:gd name="connsiteY1" fmla="*/ 1326 h 467177"/>
                  <a:gd name="connsiteX2" fmla="*/ 455987 w 455987"/>
                  <a:gd name="connsiteY2" fmla="*/ 433023 h 467177"/>
                  <a:gd name="connsiteX3" fmla="*/ 37837 w 455987"/>
                  <a:gd name="connsiteY3" fmla="*/ 435518 h 467177"/>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12354 w 435394"/>
                  <a:gd name="connsiteY0" fmla="*/ 433073 h 465364"/>
                  <a:gd name="connsiteX1" fmla="*/ 129 w 435394"/>
                  <a:gd name="connsiteY1" fmla="*/ 1326 h 465364"/>
                  <a:gd name="connsiteX2" fmla="*/ 435394 w 435394"/>
                  <a:gd name="connsiteY2" fmla="*/ 433023 h 465364"/>
                  <a:gd name="connsiteX3" fmla="*/ 12354 w 435394"/>
                  <a:gd name="connsiteY3" fmla="*/ 433073 h 465364"/>
                  <a:gd name="connsiteX0" fmla="*/ 2784 w 435604"/>
                  <a:gd name="connsiteY0" fmla="*/ 430628 h 463576"/>
                  <a:gd name="connsiteX1" fmla="*/ 339 w 435604"/>
                  <a:gd name="connsiteY1" fmla="*/ 1326 h 463576"/>
                  <a:gd name="connsiteX2" fmla="*/ 435604 w 435604"/>
                  <a:gd name="connsiteY2" fmla="*/ 433023 h 463576"/>
                  <a:gd name="connsiteX3" fmla="*/ 2784 w 435604"/>
                  <a:gd name="connsiteY3" fmla="*/ 430628 h 463576"/>
                  <a:gd name="connsiteX0" fmla="*/ 2784 w 435604"/>
                  <a:gd name="connsiteY0" fmla="*/ 430628 h 433023"/>
                  <a:gd name="connsiteX1" fmla="*/ 339 w 435604"/>
                  <a:gd name="connsiteY1" fmla="*/ 1326 h 433023"/>
                  <a:gd name="connsiteX2" fmla="*/ 435604 w 435604"/>
                  <a:gd name="connsiteY2" fmla="*/ 433023 h 433023"/>
                  <a:gd name="connsiteX3" fmla="*/ 2784 w 435604"/>
                  <a:gd name="connsiteY3" fmla="*/ 430628 h 433023"/>
                  <a:gd name="connsiteX0" fmla="*/ 2784 w 435604"/>
                  <a:gd name="connsiteY0" fmla="*/ 430894 h 433289"/>
                  <a:gd name="connsiteX1" fmla="*/ 339 w 435604"/>
                  <a:gd name="connsiteY1" fmla="*/ 1592 h 433289"/>
                  <a:gd name="connsiteX2" fmla="*/ 435604 w 435604"/>
                  <a:gd name="connsiteY2" fmla="*/ 433289 h 433289"/>
                  <a:gd name="connsiteX3" fmla="*/ 2784 w 435604"/>
                  <a:gd name="connsiteY3" fmla="*/ 430894 h 433289"/>
                </a:gdLst>
                <a:ahLst/>
                <a:cxnLst>
                  <a:cxn ang="0">
                    <a:pos x="connsiteX0" y="connsiteY0"/>
                  </a:cxn>
                  <a:cxn ang="0">
                    <a:pos x="connsiteX1" y="connsiteY1"/>
                  </a:cxn>
                  <a:cxn ang="0">
                    <a:pos x="connsiteX2" y="connsiteY2"/>
                  </a:cxn>
                  <a:cxn ang="0">
                    <a:pos x="connsiteX3" y="connsiteY3"/>
                  </a:cxn>
                </a:cxnLst>
                <a:rect l="l" t="t" r="r" b="b"/>
                <a:pathLst>
                  <a:path w="435604" h="433289">
                    <a:moveTo>
                      <a:pt x="2784" y="430894"/>
                    </a:moveTo>
                    <a:cubicBezTo>
                      <a:pt x="3588" y="268483"/>
                      <a:pt x="-1304" y="402975"/>
                      <a:pt x="339" y="1592"/>
                    </a:cubicBezTo>
                    <a:cubicBezTo>
                      <a:pt x="165791" y="-20828"/>
                      <a:pt x="389378" y="197030"/>
                      <a:pt x="435604" y="433289"/>
                    </a:cubicBezTo>
                    <a:lnTo>
                      <a:pt x="2784" y="430894"/>
                    </a:lnTo>
                    <a:close/>
                  </a:path>
                </a:pathLst>
              </a:custGeom>
              <a:solidFill>
                <a:schemeClr val="bg1">
                  <a:lumMod val="8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25" name="Bogen 22">
                <a:extLst>
                  <a:ext uri="{FF2B5EF4-FFF2-40B4-BE49-F238E27FC236}">
                    <a16:creationId xmlns:a16="http://schemas.microsoft.com/office/drawing/2014/main" id="{936100DE-5A7E-4C72-846E-5D0470D3A2C8}"/>
                  </a:ext>
                </a:extLst>
              </p:cNvPr>
              <p:cNvSpPr/>
              <p:nvPr/>
            </p:nvSpPr>
            <p:spPr>
              <a:xfrm rot="18449316">
                <a:off x="3742539" y="4545653"/>
                <a:ext cx="269491" cy="313979"/>
              </a:xfrm>
              <a:prstGeom prst="arc">
                <a:avLst>
                  <a:gd name="adj1" fmla="val 603862"/>
                  <a:gd name="adj2" fmla="val 4415887"/>
                </a:avLst>
              </a:prstGeom>
              <a:ln w="31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26" name="Ellipse 2">
                <a:extLst>
                  <a:ext uri="{FF2B5EF4-FFF2-40B4-BE49-F238E27FC236}">
                    <a16:creationId xmlns:a16="http://schemas.microsoft.com/office/drawing/2014/main" id="{F7D8BEE0-4421-31CE-B9FC-BC8596F3D82B}"/>
                  </a:ext>
                </a:extLst>
              </p:cNvPr>
              <p:cNvSpPr/>
              <p:nvPr/>
            </p:nvSpPr>
            <p:spPr>
              <a:xfrm rot="18449316" flipH="1">
                <a:off x="3663340" y="4575473"/>
                <a:ext cx="126424" cy="125948"/>
              </a:xfrm>
              <a:custGeom>
                <a:avLst/>
                <a:gdLst>
                  <a:gd name="connsiteX0" fmla="*/ 0 w 936104"/>
                  <a:gd name="connsiteY0" fmla="*/ 684076 h 1368152"/>
                  <a:gd name="connsiteX1" fmla="*/ 468052 w 936104"/>
                  <a:gd name="connsiteY1" fmla="*/ 0 h 1368152"/>
                  <a:gd name="connsiteX2" fmla="*/ 936104 w 936104"/>
                  <a:gd name="connsiteY2" fmla="*/ 684076 h 1368152"/>
                  <a:gd name="connsiteX3" fmla="*/ 468052 w 936104"/>
                  <a:gd name="connsiteY3" fmla="*/ 1368152 h 1368152"/>
                  <a:gd name="connsiteX4" fmla="*/ 0 w 936104"/>
                  <a:gd name="connsiteY4" fmla="*/ 684076 h 1368152"/>
                  <a:gd name="connsiteX0" fmla="*/ 0 w 978371"/>
                  <a:gd name="connsiteY0" fmla="*/ 687477 h 1371553"/>
                  <a:gd name="connsiteX1" fmla="*/ 468052 w 978371"/>
                  <a:gd name="connsiteY1" fmla="*/ 3401 h 1371553"/>
                  <a:gd name="connsiteX2" fmla="*/ 903317 w 978371"/>
                  <a:gd name="connsiteY2" fmla="*/ 435098 h 1371553"/>
                  <a:gd name="connsiteX3" fmla="*/ 936104 w 978371"/>
                  <a:gd name="connsiteY3" fmla="*/ 687477 h 1371553"/>
                  <a:gd name="connsiteX4" fmla="*/ 468052 w 978371"/>
                  <a:gd name="connsiteY4" fmla="*/ 1371553 h 1371553"/>
                  <a:gd name="connsiteX5" fmla="*/ 0 w 978371"/>
                  <a:gd name="connsiteY5" fmla="*/ 687477 h 1371553"/>
                  <a:gd name="connsiteX0" fmla="*/ 0 w 967002"/>
                  <a:gd name="connsiteY0" fmla="*/ 687477 h 1371553"/>
                  <a:gd name="connsiteX1" fmla="*/ 468052 w 967002"/>
                  <a:gd name="connsiteY1" fmla="*/ 3401 h 1371553"/>
                  <a:gd name="connsiteX2" fmla="*/ 903317 w 967002"/>
                  <a:gd name="connsiteY2" fmla="*/ 435098 h 1371553"/>
                  <a:gd name="connsiteX3" fmla="*/ 936104 w 967002"/>
                  <a:gd name="connsiteY3" fmla="*/ 687477 h 1371553"/>
                  <a:gd name="connsiteX4" fmla="*/ 468052 w 967002"/>
                  <a:gd name="connsiteY4" fmla="*/ 1371553 h 1371553"/>
                  <a:gd name="connsiteX5" fmla="*/ 0 w 967002"/>
                  <a:gd name="connsiteY5" fmla="*/ 687477 h 1371553"/>
                  <a:gd name="connsiteX0" fmla="*/ 0 w 967002"/>
                  <a:gd name="connsiteY0" fmla="*/ 688298 h 1372374"/>
                  <a:gd name="connsiteX1" fmla="*/ 468052 w 967002"/>
                  <a:gd name="connsiteY1" fmla="*/ 4222 h 1372374"/>
                  <a:gd name="connsiteX2" fmla="*/ 903317 w 967002"/>
                  <a:gd name="connsiteY2" fmla="*/ 435919 h 1372374"/>
                  <a:gd name="connsiteX3" fmla="*/ 936104 w 967002"/>
                  <a:gd name="connsiteY3" fmla="*/ 688298 h 1372374"/>
                  <a:gd name="connsiteX4" fmla="*/ 468052 w 967002"/>
                  <a:gd name="connsiteY4" fmla="*/ 1372374 h 1372374"/>
                  <a:gd name="connsiteX5" fmla="*/ 0 w 967002"/>
                  <a:gd name="connsiteY5" fmla="*/ 688298 h 1372374"/>
                  <a:gd name="connsiteX0" fmla="*/ 0 w 956789"/>
                  <a:gd name="connsiteY0" fmla="*/ 688298 h 1372374"/>
                  <a:gd name="connsiteX1" fmla="*/ 468052 w 956789"/>
                  <a:gd name="connsiteY1" fmla="*/ 4222 h 1372374"/>
                  <a:gd name="connsiteX2" fmla="*/ 903317 w 956789"/>
                  <a:gd name="connsiteY2" fmla="*/ 435919 h 1372374"/>
                  <a:gd name="connsiteX3" fmla="*/ 936104 w 956789"/>
                  <a:gd name="connsiteY3" fmla="*/ 688298 h 1372374"/>
                  <a:gd name="connsiteX4" fmla="*/ 468052 w 956789"/>
                  <a:gd name="connsiteY4" fmla="*/ 1372374 h 1372374"/>
                  <a:gd name="connsiteX5" fmla="*/ 0 w 956789"/>
                  <a:gd name="connsiteY5" fmla="*/ 688298 h 1372374"/>
                  <a:gd name="connsiteX0" fmla="*/ 0 w 956789"/>
                  <a:gd name="connsiteY0" fmla="*/ 688236 h 1372312"/>
                  <a:gd name="connsiteX1" fmla="*/ 468052 w 956789"/>
                  <a:gd name="connsiteY1" fmla="*/ 4160 h 1372312"/>
                  <a:gd name="connsiteX2" fmla="*/ 903317 w 956789"/>
                  <a:gd name="connsiteY2" fmla="*/ 435857 h 1372312"/>
                  <a:gd name="connsiteX3" fmla="*/ 936104 w 956789"/>
                  <a:gd name="connsiteY3" fmla="*/ 688236 h 1372312"/>
                  <a:gd name="connsiteX4" fmla="*/ 468052 w 956789"/>
                  <a:gd name="connsiteY4" fmla="*/ 1372312 h 1372312"/>
                  <a:gd name="connsiteX5" fmla="*/ 0 w 956789"/>
                  <a:gd name="connsiteY5" fmla="*/ 688236 h 1372312"/>
                  <a:gd name="connsiteX0" fmla="*/ 0 w 956789"/>
                  <a:gd name="connsiteY0" fmla="*/ 687817 h 1371893"/>
                  <a:gd name="connsiteX1" fmla="*/ 468052 w 956789"/>
                  <a:gd name="connsiteY1" fmla="*/ 3741 h 1371893"/>
                  <a:gd name="connsiteX2" fmla="*/ 903317 w 956789"/>
                  <a:gd name="connsiteY2" fmla="*/ 435438 h 1371893"/>
                  <a:gd name="connsiteX3" fmla="*/ 936104 w 956789"/>
                  <a:gd name="connsiteY3" fmla="*/ 687817 h 1371893"/>
                  <a:gd name="connsiteX4" fmla="*/ 468052 w 956789"/>
                  <a:gd name="connsiteY4" fmla="*/ 1371893 h 1371893"/>
                  <a:gd name="connsiteX5" fmla="*/ 0 w 956789"/>
                  <a:gd name="connsiteY5" fmla="*/ 687817 h 1371893"/>
                  <a:gd name="connsiteX0" fmla="*/ 0 w 956789"/>
                  <a:gd name="connsiteY0" fmla="*/ 687817 h 723535"/>
                  <a:gd name="connsiteX1" fmla="*/ 468052 w 956789"/>
                  <a:gd name="connsiteY1" fmla="*/ 3741 h 723535"/>
                  <a:gd name="connsiteX2" fmla="*/ 903317 w 956789"/>
                  <a:gd name="connsiteY2" fmla="*/ 435438 h 723535"/>
                  <a:gd name="connsiteX3" fmla="*/ 936104 w 956789"/>
                  <a:gd name="connsiteY3" fmla="*/ 687817 h 723535"/>
                  <a:gd name="connsiteX4" fmla="*/ 468052 w 956789"/>
                  <a:gd name="connsiteY4" fmla="*/ 437933 h 723535"/>
                  <a:gd name="connsiteX5" fmla="*/ 0 w 956789"/>
                  <a:gd name="connsiteY5" fmla="*/ 687817 h 72353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54408 w 489673"/>
                  <a:gd name="connsiteY0" fmla="*/ 437933 h 469592"/>
                  <a:gd name="connsiteX1" fmla="*/ 54408 w 489673"/>
                  <a:gd name="connsiteY1" fmla="*/ 3741 h 469592"/>
                  <a:gd name="connsiteX2" fmla="*/ 489673 w 489673"/>
                  <a:gd name="connsiteY2" fmla="*/ 435438 h 469592"/>
                  <a:gd name="connsiteX3" fmla="*/ 54408 w 489673"/>
                  <a:gd name="connsiteY3" fmla="*/ 437933 h 469592"/>
                  <a:gd name="connsiteX0" fmla="*/ 32065 w 467330"/>
                  <a:gd name="connsiteY0" fmla="*/ 446305 h 477964"/>
                  <a:gd name="connsiteX1" fmla="*/ 32065 w 467330"/>
                  <a:gd name="connsiteY1" fmla="*/ 12113 h 477964"/>
                  <a:gd name="connsiteX2" fmla="*/ 467330 w 467330"/>
                  <a:gd name="connsiteY2" fmla="*/ 443810 h 477964"/>
                  <a:gd name="connsiteX3" fmla="*/ 32065 w 467330"/>
                  <a:gd name="connsiteY3" fmla="*/ 446305 h 477964"/>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32611 w 467876"/>
                  <a:gd name="connsiteY0" fmla="*/ 435518 h 467177"/>
                  <a:gd name="connsiteX1" fmla="*/ 32611 w 467876"/>
                  <a:gd name="connsiteY1" fmla="*/ 1326 h 467177"/>
                  <a:gd name="connsiteX2" fmla="*/ 467876 w 467876"/>
                  <a:gd name="connsiteY2" fmla="*/ 433023 h 467177"/>
                  <a:gd name="connsiteX3" fmla="*/ 32611 w 467876"/>
                  <a:gd name="connsiteY3" fmla="*/ 435518 h 467177"/>
                  <a:gd name="connsiteX0" fmla="*/ 37837 w 455987"/>
                  <a:gd name="connsiteY0" fmla="*/ 435518 h 467177"/>
                  <a:gd name="connsiteX1" fmla="*/ 20722 w 455987"/>
                  <a:gd name="connsiteY1" fmla="*/ 1326 h 467177"/>
                  <a:gd name="connsiteX2" fmla="*/ 455987 w 455987"/>
                  <a:gd name="connsiteY2" fmla="*/ 433023 h 467177"/>
                  <a:gd name="connsiteX3" fmla="*/ 37837 w 455987"/>
                  <a:gd name="connsiteY3" fmla="*/ 435518 h 467177"/>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12354 w 435394"/>
                  <a:gd name="connsiteY0" fmla="*/ 433073 h 465364"/>
                  <a:gd name="connsiteX1" fmla="*/ 129 w 435394"/>
                  <a:gd name="connsiteY1" fmla="*/ 1326 h 465364"/>
                  <a:gd name="connsiteX2" fmla="*/ 435394 w 435394"/>
                  <a:gd name="connsiteY2" fmla="*/ 433023 h 465364"/>
                  <a:gd name="connsiteX3" fmla="*/ 12354 w 435394"/>
                  <a:gd name="connsiteY3" fmla="*/ 433073 h 465364"/>
                  <a:gd name="connsiteX0" fmla="*/ 2784 w 435604"/>
                  <a:gd name="connsiteY0" fmla="*/ 430628 h 463576"/>
                  <a:gd name="connsiteX1" fmla="*/ 339 w 435604"/>
                  <a:gd name="connsiteY1" fmla="*/ 1326 h 463576"/>
                  <a:gd name="connsiteX2" fmla="*/ 435604 w 435604"/>
                  <a:gd name="connsiteY2" fmla="*/ 433023 h 463576"/>
                  <a:gd name="connsiteX3" fmla="*/ 2784 w 435604"/>
                  <a:gd name="connsiteY3" fmla="*/ 430628 h 463576"/>
                  <a:gd name="connsiteX0" fmla="*/ 2784 w 435604"/>
                  <a:gd name="connsiteY0" fmla="*/ 430628 h 433023"/>
                  <a:gd name="connsiteX1" fmla="*/ 339 w 435604"/>
                  <a:gd name="connsiteY1" fmla="*/ 1326 h 433023"/>
                  <a:gd name="connsiteX2" fmla="*/ 435604 w 435604"/>
                  <a:gd name="connsiteY2" fmla="*/ 433023 h 433023"/>
                  <a:gd name="connsiteX3" fmla="*/ 2784 w 435604"/>
                  <a:gd name="connsiteY3" fmla="*/ 430628 h 433023"/>
                  <a:gd name="connsiteX0" fmla="*/ 2784 w 435604"/>
                  <a:gd name="connsiteY0" fmla="*/ 430894 h 433289"/>
                  <a:gd name="connsiteX1" fmla="*/ 339 w 435604"/>
                  <a:gd name="connsiteY1" fmla="*/ 1592 h 433289"/>
                  <a:gd name="connsiteX2" fmla="*/ 435604 w 435604"/>
                  <a:gd name="connsiteY2" fmla="*/ 433289 h 433289"/>
                  <a:gd name="connsiteX3" fmla="*/ 2784 w 435604"/>
                  <a:gd name="connsiteY3" fmla="*/ 430894 h 433289"/>
                </a:gdLst>
                <a:ahLst/>
                <a:cxnLst>
                  <a:cxn ang="0">
                    <a:pos x="connsiteX0" y="connsiteY0"/>
                  </a:cxn>
                  <a:cxn ang="0">
                    <a:pos x="connsiteX1" y="connsiteY1"/>
                  </a:cxn>
                  <a:cxn ang="0">
                    <a:pos x="connsiteX2" y="connsiteY2"/>
                  </a:cxn>
                  <a:cxn ang="0">
                    <a:pos x="connsiteX3" y="connsiteY3"/>
                  </a:cxn>
                </a:cxnLst>
                <a:rect l="l" t="t" r="r" b="b"/>
                <a:pathLst>
                  <a:path w="435604" h="433289">
                    <a:moveTo>
                      <a:pt x="2784" y="430894"/>
                    </a:moveTo>
                    <a:cubicBezTo>
                      <a:pt x="3588" y="268483"/>
                      <a:pt x="-1304" y="402975"/>
                      <a:pt x="339" y="1592"/>
                    </a:cubicBezTo>
                    <a:cubicBezTo>
                      <a:pt x="165791" y="-20828"/>
                      <a:pt x="389378" y="197030"/>
                      <a:pt x="435604" y="433289"/>
                    </a:cubicBezTo>
                    <a:lnTo>
                      <a:pt x="2784" y="430894"/>
                    </a:lnTo>
                    <a:close/>
                  </a:path>
                </a:pathLst>
              </a:custGeom>
              <a:solidFill>
                <a:srgbClr val="EF0000"/>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27" name="Abgerundetes Rechteck 24">
                <a:extLst>
                  <a:ext uri="{FF2B5EF4-FFF2-40B4-BE49-F238E27FC236}">
                    <a16:creationId xmlns:a16="http://schemas.microsoft.com/office/drawing/2014/main" id="{3AD07A8C-7B92-D595-F057-DCCE6F43B821}"/>
                  </a:ext>
                </a:extLst>
              </p:cNvPr>
              <p:cNvSpPr/>
              <p:nvPr/>
            </p:nvSpPr>
            <p:spPr>
              <a:xfrm rot="18449316">
                <a:off x="3796163" y="4567025"/>
                <a:ext cx="20931" cy="104928"/>
              </a:xfrm>
              <a:prstGeom prst="roundRect">
                <a:avLst>
                  <a:gd name="adj" fmla="val 33202"/>
                </a:avLst>
              </a:prstGeom>
              <a:solidFill>
                <a:schemeClr val="bg1">
                  <a:lumMod val="8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grpSp>
        <p:sp>
          <p:nvSpPr>
            <p:cNvPr id="20" name="Textfeld 17">
              <a:extLst>
                <a:ext uri="{FF2B5EF4-FFF2-40B4-BE49-F238E27FC236}">
                  <a16:creationId xmlns:a16="http://schemas.microsoft.com/office/drawing/2014/main" id="{081F699A-8D94-7C5C-07B0-1C6FB8797F84}"/>
                </a:ext>
              </a:extLst>
            </p:cNvPr>
            <p:cNvSpPr txBox="1"/>
            <p:nvPr/>
          </p:nvSpPr>
          <p:spPr>
            <a:xfrm>
              <a:off x="5082540" y="2876452"/>
              <a:ext cx="284052" cy="307777"/>
            </a:xfrm>
            <a:prstGeom prst="rect">
              <a:avLst/>
            </a:prstGeom>
            <a:noFill/>
          </p:spPr>
          <p:txBody>
            <a:bodyPr wrap="none" rtlCol="0">
              <a:spAutoFit/>
            </a:bodyPr>
            <a:lstStyle/>
            <a:p>
              <a:r>
                <a:rPr lang="en-US" altLang="zh-TW" sz="1400" dirty="0"/>
                <a:t>2</a:t>
              </a:r>
              <a:endParaRPr lang="en-GB" sz="1400" dirty="0"/>
            </a:p>
          </p:txBody>
        </p:sp>
      </p:grpSp>
      <p:grpSp>
        <p:nvGrpSpPr>
          <p:cNvPr id="28" name="Gruppieren 12">
            <a:extLst>
              <a:ext uri="{FF2B5EF4-FFF2-40B4-BE49-F238E27FC236}">
                <a16:creationId xmlns:a16="http://schemas.microsoft.com/office/drawing/2014/main" id="{E418F3D8-D6B6-67F7-7938-A042BF21D763}"/>
              </a:ext>
            </a:extLst>
          </p:cNvPr>
          <p:cNvGrpSpPr/>
          <p:nvPr/>
        </p:nvGrpSpPr>
        <p:grpSpPr>
          <a:xfrm>
            <a:off x="3909860" y="3071535"/>
            <a:ext cx="529020" cy="386978"/>
            <a:chOff x="4844085" y="2797251"/>
            <a:chExt cx="529020" cy="386978"/>
          </a:xfrm>
        </p:grpSpPr>
        <p:grpSp>
          <p:nvGrpSpPr>
            <p:cNvPr id="29" name="Gruppieren 15">
              <a:extLst>
                <a:ext uri="{FF2B5EF4-FFF2-40B4-BE49-F238E27FC236}">
                  <a16:creationId xmlns:a16="http://schemas.microsoft.com/office/drawing/2014/main" id="{155AFA8C-9CB3-3FEE-A2F9-E7C7E8601A04}"/>
                </a:ext>
              </a:extLst>
            </p:cNvPr>
            <p:cNvGrpSpPr/>
            <p:nvPr/>
          </p:nvGrpSpPr>
          <p:grpSpPr>
            <a:xfrm>
              <a:off x="4844085" y="2797251"/>
              <a:ext cx="529020" cy="363297"/>
              <a:chOff x="3543005" y="4474091"/>
              <a:chExt cx="529020" cy="363297"/>
            </a:xfrm>
          </p:grpSpPr>
          <p:sp>
            <p:nvSpPr>
              <p:cNvPr id="31" name="Freihandform 18">
                <a:extLst>
                  <a:ext uri="{FF2B5EF4-FFF2-40B4-BE49-F238E27FC236}">
                    <a16:creationId xmlns:a16="http://schemas.microsoft.com/office/drawing/2014/main" id="{01939B29-2854-9B1D-D437-521969728FFE}"/>
                  </a:ext>
                </a:extLst>
              </p:cNvPr>
              <p:cNvSpPr/>
              <p:nvPr/>
            </p:nvSpPr>
            <p:spPr>
              <a:xfrm rot="18449316">
                <a:off x="3579285" y="4450688"/>
                <a:ext cx="92273" cy="164834"/>
              </a:xfrm>
              <a:custGeom>
                <a:avLst/>
                <a:gdLst>
                  <a:gd name="connsiteX0" fmla="*/ 300229 w 310507"/>
                  <a:gd name="connsiteY0" fmla="*/ 556260 h 556260"/>
                  <a:gd name="connsiteX1" fmla="*/ 284989 w 310507"/>
                  <a:gd name="connsiteY1" fmla="*/ 281940 h 556260"/>
                  <a:gd name="connsiteX2" fmla="*/ 79249 w 310507"/>
                  <a:gd name="connsiteY2" fmla="*/ 182880 h 556260"/>
                  <a:gd name="connsiteX3" fmla="*/ 3049 w 310507"/>
                  <a:gd name="connsiteY3" fmla="*/ 0 h 556260"/>
                  <a:gd name="connsiteX0" fmla="*/ 303334 w 313612"/>
                  <a:gd name="connsiteY0" fmla="*/ 556260 h 556260"/>
                  <a:gd name="connsiteX1" fmla="*/ 288094 w 313612"/>
                  <a:gd name="connsiteY1" fmla="*/ 281940 h 556260"/>
                  <a:gd name="connsiteX2" fmla="*/ 82354 w 313612"/>
                  <a:gd name="connsiteY2" fmla="*/ 182880 h 556260"/>
                  <a:gd name="connsiteX3" fmla="*/ 6154 w 313612"/>
                  <a:gd name="connsiteY3" fmla="*/ 0 h 556260"/>
                  <a:gd name="connsiteX0" fmla="*/ 300289 w 314283"/>
                  <a:gd name="connsiteY0" fmla="*/ 556260 h 556260"/>
                  <a:gd name="connsiteX1" fmla="*/ 292193 w 314283"/>
                  <a:gd name="connsiteY1" fmla="*/ 291283 h 556260"/>
                  <a:gd name="connsiteX2" fmla="*/ 79309 w 314283"/>
                  <a:gd name="connsiteY2" fmla="*/ 182880 h 556260"/>
                  <a:gd name="connsiteX3" fmla="*/ 3109 w 314283"/>
                  <a:gd name="connsiteY3" fmla="*/ 0 h 556260"/>
                  <a:gd name="connsiteX0" fmla="*/ 300289 w 327443"/>
                  <a:gd name="connsiteY0" fmla="*/ 556260 h 556260"/>
                  <a:gd name="connsiteX1" fmla="*/ 292193 w 327443"/>
                  <a:gd name="connsiteY1" fmla="*/ 291283 h 556260"/>
                  <a:gd name="connsiteX2" fmla="*/ 79309 w 327443"/>
                  <a:gd name="connsiteY2" fmla="*/ 182880 h 556260"/>
                  <a:gd name="connsiteX3" fmla="*/ 3109 w 327443"/>
                  <a:gd name="connsiteY3" fmla="*/ 0 h 556260"/>
                  <a:gd name="connsiteX0" fmla="*/ 303868 w 331022"/>
                  <a:gd name="connsiteY0" fmla="*/ 556260 h 556260"/>
                  <a:gd name="connsiteX1" fmla="*/ 295772 w 331022"/>
                  <a:gd name="connsiteY1" fmla="*/ 291283 h 556260"/>
                  <a:gd name="connsiteX2" fmla="*/ 82888 w 331022"/>
                  <a:gd name="connsiteY2" fmla="*/ 182880 h 556260"/>
                  <a:gd name="connsiteX3" fmla="*/ 6688 w 331022"/>
                  <a:gd name="connsiteY3" fmla="*/ 0 h 556260"/>
                  <a:gd name="connsiteX0" fmla="*/ 309338 w 324800"/>
                  <a:gd name="connsiteY0" fmla="*/ 556260 h 556260"/>
                  <a:gd name="connsiteX1" fmla="*/ 301242 w 324800"/>
                  <a:gd name="connsiteY1" fmla="*/ 291283 h 556260"/>
                  <a:gd name="connsiteX2" fmla="*/ 66927 w 324800"/>
                  <a:gd name="connsiteY2" fmla="*/ 171200 h 556260"/>
                  <a:gd name="connsiteX3" fmla="*/ 12158 w 324800"/>
                  <a:gd name="connsiteY3" fmla="*/ 0 h 556260"/>
                  <a:gd name="connsiteX0" fmla="*/ 301977 w 317439"/>
                  <a:gd name="connsiteY0" fmla="*/ 556260 h 556260"/>
                  <a:gd name="connsiteX1" fmla="*/ 293881 w 317439"/>
                  <a:gd name="connsiteY1" fmla="*/ 307634 h 556260"/>
                  <a:gd name="connsiteX2" fmla="*/ 59566 w 317439"/>
                  <a:gd name="connsiteY2" fmla="*/ 171200 h 556260"/>
                  <a:gd name="connsiteX3" fmla="*/ 4797 w 317439"/>
                  <a:gd name="connsiteY3" fmla="*/ 0 h 556260"/>
                </a:gdLst>
                <a:ahLst/>
                <a:cxnLst>
                  <a:cxn ang="0">
                    <a:pos x="connsiteX0" y="connsiteY0"/>
                  </a:cxn>
                  <a:cxn ang="0">
                    <a:pos x="connsiteX1" y="connsiteY1"/>
                  </a:cxn>
                  <a:cxn ang="0">
                    <a:pos x="connsiteX2" y="connsiteY2"/>
                  </a:cxn>
                  <a:cxn ang="0">
                    <a:pos x="connsiteX3" y="connsiteY3"/>
                  </a:cxn>
                </a:cxnLst>
                <a:rect l="l" t="t" r="r" b="b"/>
                <a:pathLst>
                  <a:path w="317439" h="556260">
                    <a:moveTo>
                      <a:pt x="301977" y="556260"/>
                    </a:moveTo>
                    <a:cubicBezTo>
                      <a:pt x="312772" y="450215"/>
                      <a:pt x="334283" y="371811"/>
                      <a:pt x="293881" y="307634"/>
                    </a:cubicBezTo>
                    <a:cubicBezTo>
                      <a:pt x="253479" y="243457"/>
                      <a:pt x="107747" y="222472"/>
                      <a:pt x="59566" y="171200"/>
                    </a:cubicBezTo>
                    <a:cubicBezTo>
                      <a:pt x="11385" y="119928"/>
                      <a:pt x="-10443" y="52070"/>
                      <a:pt x="4797" y="0"/>
                    </a:cubicBezTo>
                  </a:path>
                </a:pathLst>
              </a:custGeom>
              <a:no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Freihandform 19">
                <a:extLst>
                  <a:ext uri="{FF2B5EF4-FFF2-40B4-BE49-F238E27FC236}">
                    <a16:creationId xmlns:a16="http://schemas.microsoft.com/office/drawing/2014/main" id="{2960A593-2FB3-5447-818A-8C995E6B23B4}"/>
                  </a:ext>
                </a:extLst>
              </p:cNvPr>
              <p:cNvSpPr/>
              <p:nvPr/>
            </p:nvSpPr>
            <p:spPr>
              <a:xfrm rot="18449316">
                <a:off x="3578111" y="4451267"/>
                <a:ext cx="92273" cy="161874"/>
              </a:xfrm>
              <a:custGeom>
                <a:avLst/>
                <a:gdLst>
                  <a:gd name="connsiteX0" fmla="*/ 300229 w 310507"/>
                  <a:gd name="connsiteY0" fmla="*/ 556260 h 556260"/>
                  <a:gd name="connsiteX1" fmla="*/ 284989 w 310507"/>
                  <a:gd name="connsiteY1" fmla="*/ 281940 h 556260"/>
                  <a:gd name="connsiteX2" fmla="*/ 79249 w 310507"/>
                  <a:gd name="connsiteY2" fmla="*/ 182880 h 556260"/>
                  <a:gd name="connsiteX3" fmla="*/ 3049 w 310507"/>
                  <a:gd name="connsiteY3" fmla="*/ 0 h 556260"/>
                  <a:gd name="connsiteX0" fmla="*/ 303334 w 313612"/>
                  <a:gd name="connsiteY0" fmla="*/ 556260 h 556260"/>
                  <a:gd name="connsiteX1" fmla="*/ 288094 w 313612"/>
                  <a:gd name="connsiteY1" fmla="*/ 281940 h 556260"/>
                  <a:gd name="connsiteX2" fmla="*/ 82354 w 313612"/>
                  <a:gd name="connsiteY2" fmla="*/ 182880 h 556260"/>
                  <a:gd name="connsiteX3" fmla="*/ 6154 w 313612"/>
                  <a:gd name="connsiteY3" fmla="*/ 0 h 556260"/>
                  <a:gd name="connsiteX0" fmla="*/ 300289 w 314283"/>
                  <a:gd name="connsiteY0" fmla="*/ 556260 h 556260"/>
                  <a:gd name="connsiteX1" fmla="*/ 292193 w 314283"/>
                  <a:gd name="connsiteY1" fmla="*/ 291283 h 556260"/>
                  <a:gd name="connsiteX2" fmla="*/ 79309 w 314283"/>
                  <a:gd name="connsiteY2" fmla="*/ 182880 h 556260"/>
                  <a:gd name="connsiteX3" fmla="*/ 3109 w 314283"/>
                  <a:gd name="connsiteY3" fmla="*/ 0 h 556260"/>
                  <a:gd name="connsiteX0" fmla="*/ 300289 w 327443"/>
                  <a:gd name="connsiteY0" fmla="*/ 556260 h 556260"/>
                  <a:gd name="connsiteX1" fmla="*/ 292193 w 327443"/>
                  <a:gd name="connsiteY1" fmla="*/ 291283 h 556260"/>
                  <a:gd name="connsiteX2" fmla="*/ 79309 w 327443"/>
                  <a:gd name="connsiteY2" fmla="*/ 182880 h 556260"/>
                  <a:gd name="connsiteX3" fmla="*/ 3109 w 327443"/>
                  <a:gd name="connsiteY3" fmla="*/ 0 h 556260"/>
                  <a:gd name="connsiteX0" fmla="*/ 303868 w 331022"/>
                  <a:gd name="connsiteY0" fmla="*/ 556260 h 556260"/>
                  <a:gd name="connsiteX1" fmla="*/ 295772 w 331022"/>
                  <a:gd name="connsiteY1" fmla="*/ 291283 h 556260"/>
                  <a:gd name="connsiteX2" fmla="*/ 82888 w 331022"/>
                  <a:gd name="connsiteY2" fmla="*/ 182880 h 556260"/>
                  <a:gd name="connsiteX3" fmla="*/ 6688 w 331022"/>
                  <a:gd name="connsiteY3" fmla="*/ 0 h 556260"/>
                  <a:gd name="connsiteX0" fmla="*/ 309338 w 324800"/>
                  <a:gd name="connsiteY0" fmla="*/ 556260 h 556260"/>
                  <a:gd name="connsiteX1" fmla="*/ 301242 w 324800"/>
                  <a:gd name="connsiteY1" fmla="*/ 291283 h 556260"/>
                  <a:gd name="connsiteX2" fmla="*/ 66927 w 324800"/>
                  <a:gd name="connsiteY2" fmla="*/ 171200 h 556260"/>
                  <a:gd name="connsiteX3" fmla="*/ 12158 w 324800"/>
                  <a:gd name="connsiteY3" fmla="*/ 0 h 556260"/>
                  <a:gd name="connsiteX0" fmla="*/ 301977 w 317439"/>
                  <a:gd name="connsiteY0" fmla="*/ 556260 h 556260"/>
                  <a:gd name="connsiteX1" fmla="*/ 293881 w 317439"/>
                  <a:gd name="connsiteY1" fmla="*/ 307634 h 556260"/>
                  <a:gd name="connsiteX2" fmla="*/ 59566 w 317439"/>
                  <a:gd name="connsiteY2" fmla="*/ 171200 h 556260"/>
                  <a:gd name="connsiteX3" fmla="*/ 4797 w 317439"/>
                  <a:gd name="connsiteY3" fmla="*/ 0 h 556260"/>
                </a:gdLst>
                <a:ahLst/>
                <a:cxnLst>
                  <a:cxn ang="0">
                    <a:pos x="connsiteX0" y="connsiteY0"/>
                  </a:cxn>
                  <a:cxn ang="0">
                    <a:pos x="connsiteX1" y="connsiteY1"/>
                  </a:cxn>
                  <a:cxn ang="0">
                    <a:pos x="connsiteX2" y="connsiteY2"/>
                  </a:cxn>
                  <a:cxn ang="0">
                    <a:pos x="connsiteX3" y="connsiteY3"/>
                  </a:cxn>
                </a:cxnLst>
                <a:rect l="l" t="t" r="r" b="b"/>
                <a:pathLst>
                  <a:path w="317439" h="556260">
                    <a:moveTo>
                      <a:pt x="301977" y="556260"/>
                    </a:moveTo>
                    <a:cubicBezTo>
                      <a:pt x="312772" y="450215"/>
                      <a:pt x="334283" y="371811"/>
                      <a:pt x="293881" y="307634"/>
                    </a:cubicBezTo>
                    <a:cubicBezTo>
                      <a:pt x="253479" y="243457"/>
                      <a:pt x="107747" y="222472"/>
                      <a:pt x="59566" y="171200"/>
                    </a:cubicBezTo>
                    <a:cubicBezTo>
                      <a:pt x="11385" y="119928"/>
                      <a:pt x="-10443" y="52070"/>
                      <a:pt x="4797" y="0"/>
                    </a:cubicBezTo>
                  </a:path>
                </a:pathLst>
              </a:cu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Ellipse 20">
                <a:extLst>
                  <a:ext uri="{FF2B5EF4-FFF2-40B4-BE49-F238E27FC236}">
                    <a16:creationId xmlns:a16="http://schemas.microsoft.com/office/drawing/2014/main" id="{87663E59-AD93-788E-A637-62DE0D3ACCF5}"/>
                  </a:ext>
                </a:extLst>
              </p:cNvPr>
              <p:cNvSpPr/>
              <p:nvPr/>
            </p:nvSpPr>
            <p:spPr>
              <a:xfrm rot="18449316">
                <a:off x="3737126" y="4471687"/>
                <a:ext cx="272105" cy="397692"/>
              </a:xfrm>
              <a:prstGeom prst="ellipse">
                <a:avLst/>
              </a:prstGeom>
              <a:solidFill>
                <a:schemeClr val="bg1">
                  <a:lumMod val="8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34" name="Ellipse 2">
                <a:extLst>
                  <a:ext uri="{FF2B5EF4-FFF2-40B4-BE49-F238E27FC236}">
                    <a16:creationId xmlns:a16="http://schemas.microsoft.com/office/drawing/2014/main" id="{404CAC81-E0E2-0EAE-3AD0-BD72626749FC}"/>
                  </a:ext>
                </a:extLst>
              </p:cNvPr>
              <p:cNvSpPr/>
              <p:nvPr/>
            </p:nvSpPr>
            <p:spPr>
              <a:xfrm rot="18449316">
                <a:off x="3740161" y="4474428"/>
                <a:ext cx="126621" cy="125948"/>
              </a:xfrm>
              <a:custGeom>
                <a:avLst/>
                <a:gdLst>
                  <a:gd name="connsiteX0" fmla="*/ 0 w 936104"/>
                  <a:gd name="connsiteY0" fmla="*/ 684076 h 1368152"/>
                  <a:gd name="connsiteX1" fmla="*/ 468052 w 936104"/>
                  <a:gd name="connsiteY1" fmla="*/ 0 h 1368152"/>
                  <a:gd name="connsiteX2" fmla="*/ 936104 w 936104"/>
                  <a:gd name="connsiteY2" fmla="*/ 684076 h 1368152"/>
                  <a:gd name="connsiteX3" fmla="*/ 468052 w 936104"/>
                  <a:gd name="connsiteY3" fmla="*/ 1368152 h 1368152"/>
                  <a:gd name="connsiteX4" fmla="*/ 0 w 936104"/>
                  <a:gd name="connsiteY4" fmla="*/ 684076 h 1368152"/>
                  <a:gd name="connsiteX0" fmla="*/ 0 w 978371"/>
                  <a:gd name="connsiteY0" fmla="*/ 687477 h 1371553"/>
                  <a:gd name="connsiteX1" fmla="*/ 468052 w 978371"/>
                  <a:gd name="connsiteY1" fmla="*/ 3401 h 1371553"/>
                  <a:gd name="connsiteX2" fmla="*/ 903317 w 978371"/>
                  <a:gd name="connsiteY2" fmla="*/ 435098 h 1371553"/>
                  <a:gd name="connsiteX3" fmla="*/ 936104 w 978371"/>
                  <a:gd name="connsiteY3" fmla="*/ 687477 h 1371553"/>
                  <a:gd name="connsiteX4" fmla="*/ 468052 w 978371"/>
                  <a:gd name="connsiteY4" fmla="*/ 1371553 h 1371553"/>
                  <a:gd name="connsiteX5" fmla="*/ 0 w 978371"/>
                  <a:gd name="connsiteY5" fmla="*/ 687477 h 1371553"/>
                  <a:gd name="connsiteX0" fmla="*/ 0 w 967002"/>
                  <a:gd name="connsiteY0" fmla="*/ 687477 h 1371553"/>
                  <a:gd name="connsiteX1" fmla="*/ 468052 w 967002"/>
                  <a:gd name="connsiteY1" fmla="*/ 3401 h 1371553"/>
                  <a:gd name="connsiteX2" fmla="*/ 903317 w 967002"/>
                  <a:gd name="connsiteY2" fmla="*/ 435098 h 1371553"/>
                  <a:gd name="connsiteX3" fmla="*/ 936104 w 967002"/>
                  <a:gd name="connsiteY3" fmla="*/ 687477 h 1371553"/>
                  <a:gd name="connsiteX4" fmla="*/ 468052 w 967002"/>
                  <a:gd name="connsiteY4" fmla="*/ 1371553 h 1371553"/>
                  <a:gd name="connsiteX5" fmla="*/ 0 w 967002"/>
                  <a:gd name="connsiteY5" fmla="*/ 687477 h 1371553"/>
                  <a:gd name="connsiteX0" fmla="*/ 0 w 967002"/>
                  <a:gd name="connsiteY0" fmla="*/ 688298 h 1372374"/>
                  <a:gd name="connsiteX1" fmla="*/ 468052 w 967002"/>
                  <a:gd name="connsiteY1" fmla="*/ 4222 h 1372374"/>
                  <a:gd name="connsiteX2" fmla="*/ 903317 w 967002"/>
                  <a:gd name="connsiteY2" fmla="*/ 435919 h 1372374"/>
                  <a:gd name="connsiteX3" fmla="*/ 936104 w 967002"/>
                  <a:gd name="connsiteY3" fmla="*/ 688298 h 1372374"/>
                  <a:gd name="connsiteX4" fmla="*/ 468052 w 967002"/>
                  <a:gd name="connsiteY4" fmla="*/ 1372374 h 1372374"/>
                  <a:gd name="connsiteX5" fmla="*/ 0 w 967002"/>
                  <a:gd name="connsiteY5" fmla="*/ 688298 h 1372374"/>
                  <a:gd name="connsiteX0" fmla="*/ 0 w 956789"/>
                  <a:gd name="connsiteY0" fmla="*/ 688298 h 1372374"/>
                  <a:gd name="connsiteX1" fmla="*/ 468052 w 956789"/>
                  <a:gd name="connsiteY1" fmla="*/ 4222 h 1372374"/>
                  <a:gd name="connsiteX2" fmla="*/ 903317 w 956789"/>
                  <a:gd name="connsiteY2" fmla="*/ 435919 h 1372374"/>
                  <a:gd name="connsiteX3" fmla="*/ 936104 w 956789"/>
                  <a:gd name="connsiteY3" fmla="*/ 688298 h 1372374"/>
                  <a:gd name="connsiteX4" fmla="*/ 468052 w 956789"/>
                  <a:gd name="connsiteY4" fmla="*/ 1372374 h 1372374"/>
                  <a:gd name="connsiteX5" fmla="*/ 0 w 956789"/>
                  <a:gd name="connsiteY5" fmla="*/ 688298 h 1372374"/>
                  <a:gd name="connsiteX0" fmla="*/ 0 w 956789"/>
                  <a:gd name="connsiteY0" fmla="*/ 688236 h 1372312"/>
                  <a:gd name="connsiteX1" fmla="*/ 468052 w 956789"/>
                  <a:gd name="connsiteY1" fmla="*/ 4160 h 1372312"/>
                  <a:gd name="connsiteX2" fmla="*/ 903317 w 956789"/>
                  <a:gd name="connsiteY2" fmla="*/ 435857 h 1372312"/>
                  <a:gd name="connsiteX3" fmla="*/ 936104 w 956789"/>
                  <a:gd name="connsiteY3" fmla="*/ 688236 h 1372312"/>
                  <a:gd name="connsiteX4" fmla="*/ 468052 w 956789"/>
                  <a:gd name="connsiteY4" fmla="*/ 1372312 h 1372312"/>
                  <a:gd name="connsiteX5" fmla="*/ 0 w 956789"/>
                  <a:gd name="connsiteY5" fmla="*/ 688236 h 1372312"/>
                  <a:gd name="connsiteX0" fmla="*/ 0 w 956789"/>
                  <a:gd name="connsiteY0" fmla="*/ 687817 h 1371893"/>
                  <a:gd name="connsiteX1" fmla="*/ 468052 w 956789"/>
                  <a:gd name="connsiteY1" fmla="*/ 3741 h 1371893"/>
                  <a:gd name="connsiteX2" fmla="*/ 903317 w 956789"/>
                  <a:gd name="connsiteY2" fmla="*/ 435438 h 1371893"/>
                  <a:gd name="connsiteX3" fmla="*/ 936104 w 956789"/>
                  <a:gd name="connsiteY3" fmla="*/ 687817 h 1371893"/>
                  <a:gd name="connsiteX4" fmla="*/ 468052 w 956789"/>
                  <a:gd name="connsiteY4" fmla="*/ 1371893 h 1371893"/>
                  <a:gd name="connsiteX5" fmla="*/ 0 w 956789"/>
                  <a:gd name="connsiteY5" fmla="*/ 687817 h 1371893"/>
                  <a:gd name="connsiteX0" fmla="*/ 0 w 956789"/>
                  <a:gd name="connsiteY0" fmla="*/ 687817 h 723535"/>
                  <a:gd name="connsiteX1" fmla="*/ 468052 w 956789"/>
                  <a:gd name="connsiteY1" fmla="*/ 3741 h 723535"/>
                  <a:gd name="connsiteX2" fmla="*/ 903317 w 956789"/>
                  <a:gd name="connsiteY2" fmla="*/ 435438 h 723535"/>
                  <a:gd name="connsiteX3" fmla="*/ 936104 w 956789"/>
                  <a:gd name="connsiteY3" fmla="*/ 687817 h 723535"/>
                  <a:gd name="connsiteX4" fmla="*/ 468052 w 956789"/>
                  <a:gd name="connsiteY4" fmla="*/ 437933 h 723535"/>
                  <a:gd name="connsiteX5" fmla="*/ 0 w 956789"/>
                  <a:gd name="connsiteY5" fmla="*/ 687817 h 72353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54408 w 489673"/>
                  <a:gd name="connsiteY0" fmla="*/ 437933 h 469592"/>
                  <a:gd name="connsiteX1" fmla="*/ 54408 w 489673"/>
                  <a:gd name="connsiteY1" fmla="*/ 3741 h 469592"/>
                  <a:gd name="connsiteX2" fmla="*/ 489673 w 489673"/>
                  <a:gd name="connsiteY2" fmla="*/ 435438 h 469592"/>
                  <a:gd name="connsiteX3" fmla="*/ 54408 w 489673"/>
                  <a:gd name="connsiteY3" fmla="*/ 437933 h 469592"/>
                  <a:gd name="connsiteX0" fmla="*/ 32065 w 467330"/>
                  <a:gd name="connsiteY0" fmla="*/ 446305 h 477964"/>
                  <a:gd name="connsiteX1" fmla="*/ 32065 w 467330"/>
                  <a:gd name="connsiteY1" fmla="*/ 12113 h 477964"/>
                  <a:gd name="connsiteX2" fmla="*/ 467330 w 467330"/>
                  <a:gd name="connsiteY2" fmla="*/ 443810 h 477964"/>
                  <a:gd name="connsiteX3" fmla="*/ 32065 w 467330"/>
                  <a:gd name="connsiteY3" fmla="*/ 446305 h 477964"/>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32611 w 467876"/>
                  <a:gd name="connsiteY0" fmla="*/ 435518 h 467177"/>
                  <a:gd name="connsiteX1" fmla="*/ 32611 w 467876"/>
                  <a:gd name="connsiteY1" fmla="*/ 1326 h 467177"/>
                  <a:gd name="connsiteX2" fmla="*/ 467876 w 467876"/>
                  <a:gd name="connsiteY2" fmla="*/ 433023 h 467177"/>
                  <a:gd name="connsiteX3" fmla="*/ 32611 w 467876"/>
                  <a:gd name="connsiteY3" fmla="*/ 435518 h 467177"/>
                  <a:gd name="connsiteX0" fmla="*/ 37837 w 455987"/>
                  <a:gd name="connsiteY0" fmla="*/ 435518 h 467177"/>
                  <a:gd name="connsiteX1" fmla="*/ 20722 w 455987"/>
                  <a:gd name="connsiteY1" fmla="*/ 1326 h 467177"/>
                  <a:gd name="connsiteX2" fmla="*/ 455987 w 455987"/>
                  <a:gd name="connsiteY2" fmla="*/ 433023 h 467177"/>
                  <a:gd name="connsiteX3" fmla="*/ 37837 w 455987"/>
                  <a:gd name="connsiteY3" fmla="*/ 435518 h 467177"/>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12354 w 435394"/>
                  <a:gd name="connsiteY0" fmla="*/ 433073 h 465364"/>
                  <a:gd name="connsiteX1" fmla="*/ 129 w 435394"/>
                  <a:gd name="connsiteY1" fmla="*/ 1326 h 465364"/>
                  <a:gd name="connsiteX2" fmla="*/ 435394 w 435394"/>
                  <a:gd name="connsiteY2" fmla="*/ 433023 h 465364"/>
                  <a:gd name="connsiteX3" fmla="*/ 12354 w 435394"/>
                  <a:gd name="connsiteY3" fmla="*/ 433073 h 465364"/>
                  <a:gd name="connsiteX0" fmla="*/ 2784 w 435604"/>
                  <a:gd name="connsiteY0" fmla="*/ 430628 h 463576"/>
                  <a:gd name="connsiteX1" fmla="*/ 339 w 435604"/>
                  <a:gd name="connsiteY1" fmla="*/ 1326 h 463576"/>
                  <a:gd name="connsiteX2" fmla="*/ 435604 w 435604"/>
                  <a:gd name="connsiteY2" fmla="*/ 433023 h 463576"/>
                  <a:gd name="connsiteX3" fmla="*/ 2784 w 435604"/>
                  <a:gd name="connsiteY3" fmla="*/ 430628 h 463576"/>
                  <a:gd name="connsiteX0" fmla="*/ 2784 w 435604"/>
                  <a:gd name="connsiteY0" fmla="*/ 430628 h 433023"/>
                  <a:gd name="connsiteX1" fmla="*/ 339 w 435604"/>
                  <a:gd name="connsiteY1" fmla="*/ 1326 h 433023"/>
                  <a:gd name="connsiteX2" fmla="*/ 435604 w 435604"/>
                  <a:gd name="connsiteY2" fmla="*/ 433023 h 433023"/>
                  <a:gd name="connsiteX3" fmla="*/ 2784 w 435604"/>
                  <a:gd name="connsiteY3" fmla="*/ 430628 h 433023"/>
                  <a:gd name="connsiteX0" fmla="*/ 2784 w 435604"/>
                  <a:gd name="connsiteY0" fmla="*/ 430894 h 433289"/>
                  <a:gd name="connsiteX1" fmla="*/ 339 w 435604"/>
                  <a:gd name="connsiteY1" fmla="*/ 1592 h 433289"/>
                  <a:gd name="connsiteX2" fmla="*/ 435604 w 435604"/>
                  <a:gd name="connsiteY2" fmla="*/ 433289 h 433289"/>
                  <a:gd name="connsiteX3" fmla="*/ 2784 w 435604"/>
                  <a:gd name="connsiteY3" fmla="*/ 430894 h 433289"/>
                </a:gdLst>
                <a:ahLst/>
                <a:cxnLst>
                  <a:cxn ang="0">
                    <a:pos x="connsiteX0" y="connsiteY0"/>
                  </a:cxn>
                  <a:cxn ang="0">
                    <a:pos x="connsiteX1" y="connsiteY1"/>
                  </a:cxn>
                  <a:cxn ang="0">
                    <a:pos x="connsiteX2" y="connsiteY2"/>
                  </a:cxn>
                  <a:cxn ang="0">
                    <a:pos x="connsiteX3" y="connsiteY3"/>
                  </a:cxn>
                </a:cxnLst>
                <a:rect l="l" t="t" r="r" b="b"/>
                <a:pathLst>
                  <a:path w="435604" h="433289">
                    <a:moveTo>
                      <a:pt x="2784" y="430894"/>
                    </a:moveTo>
                    <a:cubicBezTo>
                      <a:pt x="3588" y="268483"/>
                      <a:pt x="-1304" y="402975"/>
                      <a:pt x="339" y="1592"/>
                    </a:cubicBezTo>
                    <a:cubicBezTo>
                      <a:pt x="165791" y="-20828"/>
                      <a:pt x="389378" y="197030"/>
                      <a:pt x="435604" y="433289"/>
                    </a:cubicBezTo>
                    <a:lnTo>
                      <a:pt x="2784" y="430894"/>
                    </a:lnTo>
                    <a:close/>
                  </a:path>
                </a:pathLst>
              </a:custGeom>
              <a:solidFill>
                <a:schemeClr val="bg1">
                  <a:lumMod val="8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35" name="Bogen 22">
                <a:extLst>
                  <a:ext uri="{FF2B5EF4-FFF2-40B4-BE49-F238E27FC236}">
                    <a16:creationId xmlns:a16="http://schemas.microsoft.com/office/drawing/2014/main" id="{8C82BEAB-34AE-6D00-D9FB-905D7E08EF14}"/>
                  </a:ext>
                </a:extLst>
              </p:cNvPr>
              <p:cNvSpPr/>
              <p:nvPr/>
            </p:nvSpPr>
            <p:spPr>
              <a:xfrm rot="18449316">
                <a:off x="3742539" y="4545653"/>
                <a:ext cx="269491" cy="313979"/>
              </a:xfrm>
              <a:prstGeom prst="arc">
                <a:avLst>
                  <a:gd name="adj1" fmla="val 603862"/>
                  <a:gd name="adj2" fmla="val 4415887"/>
                </a:avLst>
              </a:prstGeom>
              <a:ln w="31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36" name="Ellipse 2">
                <a:extLst>
                  <a:ext uri="{FF2B5EF4-FFF2-40B4-BE49-F238E27FC236}">
                    <a16:creationId xmlns:a16="http://schemas.microsoft.com/office/drawing/2014/main" id="{CBD9E669-1F77-BAD3-C4CB-1B780C269496}"/>
                  </a:ext>
                </a:extLst>
              </p:cNvPr>
              <p:cNvSpPr/>
              <p:nvPr/>
            </p:nvSpPr>
            <p:spPr>
              <a:xfrm rot="18449316" flipH="1">
                <a:off x="3663340" y="4575473"/>
                <a:ext cx="126424" cy="125948"/>
              </a:xfrm>
              <a:custGeom>
                <a:avLst/>
                <a:gdLst>
                  <a:gd name="connsiteX0" fmla="*/ 0 w 936104"/>
                  <a:gd name="connsiteY0" fmla="*/ 684076 h 1368152"/>
                  <a:gd name="connsiteX1" fmla="*/ 468052 w 936104"/>
                  <a:gd name="connsiteY1" fmla="*/ 0 h 1368152"/>
                  <a:gd name="connsiteX2" fmla="*/ 936104 w 936104"/>
                  <a:gd name="connsiteY2" fmla="*/ 684076 h 1368152"/>
                  <a:gd name="connsiteX3" fmla="*/ 468052 w 936104"/>
                  <a:gd name="connsiteY3" fmla="*/ 1368152 h 1368152"/>
                  <a:gd name="connsiteX4" fmla="*/ 0 w 936104"/>
                  <a:gd name="connsiteY4" fmla="*/ 684076 h 1368152"/>
                  <a:gd name="connsiteX0" fmla="*/ 0 w 978371"/>
                  <a:gd name="connsiteY0" fmla="*/ 687477 h 1371553"/>
                  <a:gd name="connsiteX1" fmla="*/ 468052 w 978371"/>
                  <a:gd name="connsiteY1" fmla="*/ 3401 h 1371553"/>
                  <a:gd name="connsiteX2" fmla="*/ 903317 w 978371"/>
                  <a:gd name="connsiteY2" fmla="*/ 435098 h 1371553"/>
                  <a:gd name="connsiteX3" fmla="*/ 936104 w 978371"/>
                  <a:gd name="connsiteY3" fmla="*/ 687477 h 1371553"/>
                  <a:gd name="connsiteX4" fmla="*/ 468052 w 978371"/>
                  <a:gd name="connsiteY4" fmla="*/ 1371553 h 1371553"/>
                  <a:gd name="connsiteX5" fmla="*/ 0 w 978371"/>
                  <a:gd name="connsiteY5" fmla="*/ 687477 h 1371553"/>
                  <a:gd name="connsiteX0" fmla="*/ 0 w 967002"/>
                  <a:gd name="connsiteY0" fmla="*/ 687477 h 1371553"/>
                  <a:gd name="connsiteX1" fmla="*/ 468052 w 967002"/>
                  <a:gd name="connsiteY1" fmla="*/ 3401 h 1371553"/>
                  <a:gd name="connsiteX2" fmla="*/ 903317 w 967002"/>
                  <a:gd name="connsiteY2" fmla="*/ 435098 h 1371553"/>
                  <a:gd name="connsiteX3" fmla="*/ 936104 w 967002"/>
                  <a:gd name="connsiteY3" fmla="*/ 687477 h 1371553"/>
                  <a:gd name="connsiteX4" fmla="*/ 468052 w 967002"/>
                  <a:gd name="connsiteY4" fmla="*/ 1371553 h 1371553"/>
                  <a:gd name="connsiteX5" fmla="*/ 0 w 967002"/>
                  <a:gd name="connsiteY5" fmla="*/ 687477 h 1371553"/>
                  <a:gd name="connsiteX0" fmla="*/ 0 w 967002"/>
                  <a:gd name="connsiteY0" fmla="*/ 688298 h 1372374"/>
                  <a:gd name="connsiteX1" fmla="*/ 468052 w 967002"/>
                  <a:gd name="connsiteY1" fmla="*/ 4222 h 1372374"/>
                  <a:gd name="connsiteX2" fmla="*/ 903317 w 967002"/>
                  <a:gd name="connsiteY2" fmla="*/ 435919 h 1372374"/>
                  <a:gd name="connsiteX3" fmla="*/ 936104 w 967002"/>
                  <a:gd name="connsiteY3" fmla="*/ 688298 h 1372374"/>
                  <a:gd name="connsiteX4" fmla="*/ 468052 w 967002"/>
                  <a:gd name="connsiteY4" fmla="*/ 1372374 h 1372374"/>
                  <a:gd name="connsiteX5" fmla="*/ 0 w 967002"/>
                  <a:gd name="connsiteY5" fmla="*/ 688298 h 1372374"/>
                  <a:gd name="connsiteX0" fmla="*/ 0 w 956789"/>
                  <a:gd name="connsiteY0" fmla="*/ 688298 h 1372374"/>
                  <a:gd name="connsiteX1" fmla="*/ 468052 w 956789"/>
                  <a:gd name="connsiteY1" fmla="*/ 4222 h 1372374"/>
                  <a:gd name="connsiteX2" fmla="*/ 903317 w 956789"/>
                  <a:gd name="connsiteY2" fmla="*/ 435919 h 1372374"/>
                  <a:gd name="connsiteX3" fmla="*/ 936104 w 956789"/>
                  <a:gd name="connsiteY3" fmla="*/ 688298 h 1372374"/>
                  <a:gd name="connsiteX4" fmla="*/ 468052 w 956789"/>
                  <a:gd name="connsiteY4" fmla="*/ 1372374 h 1372374"/>
                  <a:gd name="connsiteX5" fmla="*/ 0 w 956789"/>
                  <a:gd name="connsiteY5" fmla="*/ 688298 h 1372374"/>
                  <a:gd name="connsiteX0" fmla="*/ 0 w 956789"/>
                  <a:gd name="connsiteY0" fmla="*/ 688236 h 1372312"/>
                  <a:gd name="connsiteX1" fmla="*/ 468052 w 956789"/>
                  <a:gd name="connsiteY1" fmla="*/ 4160 h 1372312"/>
                  <a:gd name="connsiteX2" fmla="*/ 903317 w 956789"/>
                  <a:gd name="connsiteY2" fmla="*/ 435857 h 1372312"/>
                  <a:gd name="connsiteX3" fmla="*/ 936104 w 956789"/>
                  <a:gd name="connsiteY3" fmla="*/ 688236 h 1372312"/>
                  <a:gd name="connsiteX4" fmla="*/ 468052 w 956789"/>
                  <a:gd name="connsiteY4" fmla="*/ 1372312 h 1372312"/>
                  <a:gd name="connsiteX5" fmla="*/ 0 w 956789"/>
                  <a:gd name="connsiteY5" fmla="*/ 688236 h 1372312"/>
                  <a:gd name="connsiteX0" fmla="*/ 0 w 956789"/>
                  <a:gd name="connsiteY0" fmla="*/ 687817 h 1371893"/>
                  <a:gd name="connsiteX1" fmla="*/ 468052 w 956789"/>
                  <a:gd name="connsiteY1" fmla="*/ 3741 h 1371893"/>
                  <a:gd name="connsiteX2" fmla="*/ 903317 w 956789"/>
                  <a:gd name="connsiteY2" fmla="*/ 435438 h 1371893"/>
                  <a:gd name="connsiteX3" fmla="*/ 936104 w 956789"/>
                  <a:gd name="connsiteY3" fmla="*/ 687817 h 1371893"/>
                  <a:gd name="connsiteX4" fmla="*/ 468052 w 956789"/>
                  <a:gd name="connsiteY4" fmla="*/ 1371893 h 1371893"/>
                  <a:gd name="connsiteX5" fmla="*/ 0 w 956789"/>
                  <a:gd name="connsiteY5" fmla="*/ 687817 h 1371893"/>
                  <a:gd name="connsiteX0" fmla="*/ 0 w 956789"/>
                  <a:gd name="connsiteY0" fmla="*/ 687817 h 723535"/>
                  <a:gd name="connsiteX1" fmla="*/ 468052 w 956789"/>
                  <a:gd name="connsiteY1" fmla="*/ 3741 h 723535"/>
                  <a:gd name="connsiteX2" fmla="*/ 903317 w 956789"/>
                  <a:gd name="connsiteY2" fmla="*/ 435438 h 723535"/>
                  <a:gd name="connsiteX3" fmla="*/ 936104 w 956789"/>
                  <a:gd name="connsiteY3" fmla="*/ 687817 h 723535"/>
                  <a:gd name="connsiteX4" fmla="*/ 468052 w 956789"/>
                  <a:gd name="connsiteY4" fmla="*/ 437933 h 723535"/>
                  <a:gd name="connsiteX5" fmla="*/ 0 w 956789"/>
                  <a:gd name="connsiteY5" fmla="*/ 687817 h 72353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54408 w 489673"/>
                  <a:gd name="connsiteY0" fmla="*/ 437933 h 469592"/>
                  <a:gd name="connsiteX1" fmla="*/ 54408 w 489673"/>
                  <a:gd name="connsiteY1" fmla="*/ 3741 h 469592"/>
                  <a:gd name="connsiteX2" fmla="*/ 489673 w 489673"/>
                  <a:gd name="connsiteY2" fmla="*/ 435438 h 469592"/>
                  <a:gd name="connsiteX3" fmla="*/ 54408 w 489673"/>
                  <a:gd name="connsiteY3" fmla="*/ 437933 h 469592"/>
                  <a:gd name="connsiteX0" fmla="*/ 32065 w 467330"/>
                  <a:gd name="connsiteY0" fmla="*/ 446305 h 477964"/>
                  <a:gd name="connsiteX1" fmla="*/ 32065 w 467330"/>
                  <a:gd name="connsiteY1" fmla="*/ 12113 h 477964"/>
                  <a:gd name="connsiteX2" fmla="*/ 467330 w 467330"/>
                  <a:gd name="connsiteY2" fmla="*/ 443810 h 477964"/>
                  <a:gd name="connsiteX3" fmla="*/ 32065 w 467330"/>
                  <a:gd name="connsiteY3" fmla="*/ 446305 h 477964"/>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32611 w 467876"/>
                  <a:gd name="connsiteY0" fmla="*/ 435518 h 467177"/>
                  <a:gd name="connsiteX1" fmla="*/ 32611 w 467876"/>
                  <a:gd name="connsiteY1" fmla="*/ 1326 h 467177"/>
                  <a:gd name="connsiteX2" fmla="*/ 467876 w 467876"/>
                  <a:gd name="connsiteY2" fmla="*/ 433023 h 467177"/>
                  <a:gd name="connsiteX3" fmla="*/ 32611 w 467876"/>
                  <a:gd name="connsiteY3" fmla="*/ 435518 h 467177"/>
                  <a:gd name="connsiteX0" fmla="*/ 37837 w 455987"/>
                  <a:gd name="connsiteY0" fmla="*/ 435518 h 467177"/>
                  <a:gd name="connsiteX1" fmla="*/ 20722 w 455987"/>
                  <a:gd name="connsiteY1" fmla="*/ 1326 h 467177"/>
                  <a:gd name="connsiteX2" fmla="*/ 455987 w 455987"/>
                  <a:gd name="connsiteY2" fmla="*/ 433023 h 467177"/>
                  <a:gd name="connsiteX3" fmla="*/ 37837 w 455987"/>
                  <a:gd name="connsiteY3" fmla="*/ 435518 h 467177"/>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12354 w 435394"/>
                  <a:gd name="connsiteY0" fmla="*/ 433073 h 465364"/>
                  <a:gd name="connsiteX1" fmla="*/ 129 w 435394"/>
                  <a:gd name="connsiteY1" fmla="*/ 1326 h 465364"/>
                  <a:gd name="connsiteX2" fmla="*/ 435394 w 435394"/>
                  <a:gd name="connsiteY2" fmla="*/ 433023 h 465364"/>
                  <a:gd name="connsiteX3" fmla="*/ 12354 w 435394"/>
                  <a:gd name="connsiteY3" fmla="*/ 433073 h 465364"/>
                  <a:gd name="connsiteX0" fmla="*/ 2784 w 435604"/>
                  <a:gd name="connsiteY0" fmla="*/ 430628 h 463576"/>
                  <a:gd name="connsiteX1" fmla="*/ 339 w 435604"/>
                  <a:gd name="connsiteY1" fmla="*/ 1326 h 463576"/>
                  <a:gd name="connsiteX2" fmla="*/ 435604 w 435604"/>
                  <a:gd name="connsiteY2" fmla="*/ 433023 h 463576"/>
                  <a:gd name="connsiteX3" fmla="*/ 2784 w 435604"/>
                  <a:gd name="connsiteY3" fmla="*/ 430628 h 463576"/>
                  <a:gd name="connsiteX0" fmla="*/ 2784 w 435604"/>
                  <a:gd name="connsiteY0" fmla="*/ 430628 h 433023"/>
                  <a:gd name="connsiteX1" fmla="*/ 339 w 435604"/>
                  <a:gd name="connsiteY1" fmla="*/ 1326 h 433023"/>
                  <a:gd name="connsiteX2" fmla="*/ 435604 w 435604"/>
                  <a:gd name="connsiteY2" fmla="*/ 433023 h 433023"/>
                  <a:gd name="connsiteX3" fmla="*/ 2784 w 435604"/>
                  <a:gd name="connsiteY3" fmla="*/ 430628 h 433023"/>
                  <a:gd name="connsiteX0" fmla="*/ 2784 w 435604"/>
                  <a:gd name="connsiteY0" fmla="*/ 430894 h 433289"/>
                  <a:gd name="connsiteX1" fmla="*/ 339 w 435604"/>
                  <a:gd name="connsiteY1" fmla="*/ 1592 h 433289"/>
                  <a:gd name="connsiteX2" fmla="*/ 435604 w 435604"/>
                  <a:gd name="connsiteY2" fmla="*/ 433289 h 433289"/>
                  <a:gd name="connsiteX3" fmla="*/ 2784 w 435604"/>
                  <a:gd name="connsiteY3" fmla="*/ 430894 h 433289"/>
                </a:gdLst>
                <a:ahLst/>
                <a:cxnLst>
                  <a:cxn ang="0">
                    <a:pos x="connsiteX0" y="connsiteY0"/>
                  </a:cxn>
                  <a:cxn ang="0">
                    <a:pos x="connsiteX1" y="connsiteY1"/>
                  </a:cxn>
                  <a:cxn ang="0">
                    <a:pos x="connsiteX2" y="connsiteY2"/>
                  </a:cxn>
                  <a:cxn ang="0">
                    <a:pos x="connsiteX3" y="connsiteY3"/>
                  </a:cxn>
                </a:cxnLst>
                <a:rect l="l" t="t" r="r" b="b"/>
                <a:pathLst>
                  <a:path w="435604" h="433289">
                    <a:moveTo>
                      <a:pt x="2784" y="430894"/>
                    </a:moveTo>
                    <a:cubicBezTo>
                      <a:pt x="3588" y="268483"/>
                      <a:pt x="-1304" y="402975"/>
                      <a:pt x="339" y="1592"/>
                    </a:cubicBezTo>
                    <a:cubicBezTo>
                      <a:pt x="165791" y="-20828"/>
                      <a:pt x="389378" y="197030"/>
                      <a:pt x="435604" y="433289"/>
                    </a:cubicBezTo>
                    <a:lnTo>
                      <a:pt x="2784" y="430894"/>
                    </a:lnTo>
                    <a:close/>
                  </a:path>
                </a:pathLst>
              </a:custGeom>
              <a:solidFill>
                <a:srgbClr val="EF0000"/>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37" name="Abgerundetes Rechteck 24">
                <a:extLst>
                  <a:ext uri="{FF2B5EF4-FFF2-40B4-BE49-F238E27FC236}">
                    <a16:creationId xmlns:a16="http://schemas.microsoft.com/office/drawing/2014/main" id="{714D2342-896C-798F-A4A7-FF2A95254838}"/>
                  </a:ext>
                </a:extLst>
              </p:cNvPr>
              <p:cNvSpPr/>
              <p:nvPr/>
            </p:nvSpPr>
            <p:spPr>
              <a:xfrm rot="18449316">
                <a:off x="3796163" y="4567025"/>
                <a:ext cx="20931" cy="104928"/>
              </a:xfrm>
              <a:prstGeom prst="roundRect">
                <a:avLst>
                  <a:gd name="adj" fmla="val 33202"/>
                </a:avLst>
              </a:prstGeom>
              <a:solidFill>
                <a:schemeClr val="bg1">
                  <a:lumMod val="8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grpSp>
        <p:sp>
          <p:nvSpPr>
            <p:cNvPr id="30" name="Textfeld 17">
              <a:extLst>
                <a:ext uri="{FF2B5EF4-FFF2-40B4-BE49-F238E27FC236}">
                  <a16:creationId xmlns:a16="http://schemas.microsoft.com/office/drawing/2014/main" id="{0A5FDDF6-4FF2-6892-FA78-390AF21C7E01}"/>
                </a:ext>
              </a:extLst>
            </p:cNvPr>
            <p:cNvSpPr txBox="1"/>
            <p:nvPr/>
          </p:nvSpPr>
          <p:spPr>
            <a:xfrm>
              <a:off x="5082540" y="2876452"/>
              <a:ext cx="284052" cy="307777"/>
            </a:xfrm>
            <a:prstGeom prst="rect">
              <a:avLst/>
            </a:prstGeom>
            <a:noFill/>
          </p:spPr>
          <p:txBody>
            <a:bodyPr wrap="none" rtlCol="0">
              <a:spAutoFit/>
            </a:bodyPr>
            <a:lstStyle/>
            <a:p>
              <a:r>
                <a:rPr lang="en-US" altLang="zh-TW" sz="1400" dirty="0"/>
                <a:t>3</a:t>
              </a:r>
              <a:endParaRPr lang="en-GB" sz="1400" dirty="0"/>
            </a:p>
          </p:txBody>
        </p:sp>
      </p:grpSp>
      <p:grpSp>
        <p:nvGrpSpPr>
          <p:cNvPr id="40" name="Gruppieren 12">
            <a:extLst>
              <a:ext uri="{FF2B5EF4-FFF2-40B4-BE49-F238E27FC236}">
                <a16:creationId xmlns:a16="http://schemas.microsoft.com/office/drawing/2014/main" id="{38F8F404-7A7B-A2BA-0DD6-118F9B0BBF58}"/>
              </a:ext>
            </a:extLst>
          </p:cNvPr>
          <p:cNvGrpSpPr/>
          <p:nvPr/>
        </p:nvGrpSpPr>
        <p:grpSpPr>
          <a:xfrm>
            <a:off x="5193556" y="3675229"/>
            <a:ext cx="529020" cy="386978"/>
            <a:chOff x="4844085" y="2797251"/>
            <a:chExt cx="529020" cy="386978"/>
          </a:xfrm>
        </p:grpSpPr>
        <p:grpSp>
          <p:nvGrpSpPr>
            <p:cNvPr id="41" name="Gruppieren 15">
              <a:extLst>
                <a:ext uri="{FF2B5EF4-FFF2-40B4-BE49-F238E27FC236}">
                  <a16:creationId xmlns:a16="http://schemas.microsoft.com/office/drawing/2014/main" id="{F90377CE-D3E0-457D-7496-B3A196AE8115}"/>
                </a:ext>
              </a:extLst>
            </p:cNvPr>
            <p:cNvGrpSpPr/>
            <p:nvPr/>
          </p:nvGrpSpPr>
          <p:grpSpPr>
            <a:xfrm>
              <a:off x="4844085" y="2797251"/>
              <a:ext cx="529020" cy="363297"/>
              <a:chOff x="3543005" y="4474091"/>
              <a:chExt cx="529020" cy="363297"/>
            </a:xfrm>
          </p:grpSpPr>
          <p:sp>
            <p:nvSpPr>
              <p:cNvPr id="43" name="Freihandform 18">
                <a:extLst>
                  <a:ext uri="{FF2B5EF4-FFF2-40B4-BE49-F238E27FC236}">
                    <a16:creationId xmlns:a16="http://schemas.microsoft.com/office/drawing/2014/main" id="{C85DCF7D-099E-7030-54BF-A652BBC455B3}"/>
                  </a:ext>
                </a:extLst>
              </p:cNvPr>
              <p:cNvSpPr/>
              <p:nvPr/>
            </p:nvSpPr>
            <p:spPr>
              <a:xfrm rot="18449316">
                <a:off x="3579285" y="4450688"/>
                <a:ext cx="92273" cy="164834"/>
              </a:xfrm>
              <a:custGeom>
                <a:avLst/>
                <a:gdLst>
                  <a:gd name="connsiteX0" fmla="*/ 300229 w 310507"/>
                  <a:gd name="connsiteY0" fmla="*/ 556260 h 556260"/>
                  <a:gd name="connsiteX1" fmla="*/ 284989 w 310507"/>
                  <a:gd name="connsiteY1" fmla="*/ 281940 h 556260"/>
                  <a:gd name="connsiteX2" fmla="*/ 79249 w 310507"/>
                  <a:gd name="connsiteY2" fmla="*/ 182880 h 556260"/>
                  <a:gd name="connsiteX3" fmla="*/ 3049 w 310507"/>
                  <a:gd name="connsiteY3" fmla="*/ 0 h 556260"/>
                  <a:gd name="connsiteX0" fmla="*/ 303334 w 313612"/>
                  <a:gd name="connsiteY0" fmla="*/ 556260 h 556260"/>
                  <a:gd name="connsiteX1" fmla="*/ 288094 w 313612"/>
                  <a:gd name="connsiteY1" fmla="*/ 281940 h 556260"/>
                  <a:gd name="connsiteX2" fmla="*/ 82354 w 313612"/>
                  <a:gd name="connsiteY2" fmla="*/ 182880 h 556260"/>
                  <a:gd name="connsiteX3" fmla="*/ 6154 w 313612"/>
                  <a:gd name="connsiteY3" fmla="*/ 0 h 556260"/>
                  <a:gd name="connsiteX0" fmla="*/ 300289 w 314283"/>
                  <a:gd name="connsiteY0" fmla="*/ 556260 h 556260"/>
                  <a:gd name="connsiteX1" fmla="*/ 292193 w 314283"/>
                  <a:gd name="connsiteY1" fmla="*/ 291283 h 556260"/>
                  <a:gd name="connsiteX2" fmla="*/ 79309 w 314283"/>
                  <a:gd name="connsiteY2" fmla="*/ 182880 h 556260"/>
                  <a:gd name="connsiteX3" fmla="*/ 3109 w 314283"/>
                  <a:gd name="connsiteY3" fmla="*/ 0 h 556260"/>
                  <a:gd name="connsiteX0" fmla="*/ 300289 w 327443"/>
                  <a:gd name="connsiteY0" fmla="*/ 556260 h 556260"/>
                  <a:gd name="connsiteX1" fmla="*/ 292193 w 327443"/>
                  <a:gd name="connsiteY1" fmla="*/ 291283 h 556260"/>
                  <a:gd name="connsiteX2" fmla="*/ 79309 w 327443"/>
                  <a:gd name="connsiteY2" fmla="*/ 182880 h 556260"/>
                  <a:gd name="connsiteX3" fmla="*/ 3109 w 327443"/>
                  <a:gd name="connsiteY3" fmla="*/ 0 h 556260"/>
                  <a:gd name="connsiteX0" fmla="*/ 303868 w 331022"/>
                  <a:gd name="connsiteY0" fmla="*/ 556260 h 556260"/>
                  <a:gd name="connsiteX1" fmla="*/ 295772 w 331022"/>
                  <a:gd name="connsiteY1" fmla="*/ 291283 h 556260"/>
                  <a:gd name="connsiteX2" fmla="*/ 82888 w 331022"/>
                  <a:gd name="connsiteY2" fmla="*/ 182880 h 556260"/>
                  <a:gd name="connsiteX3" fmla="*/ 6688 w 331022"/>
                  <a:gd name="connsiteY3" fmla="*/ 0 h 556260"/>
                  <a:gd name="connsiteX0" fmla="*/ 309338 w 324800"/>
                  <a:gd name="connsiteY0" fmla="*/ 556260 h 556260"/>
                  <a:gd name="connsiteX1" fmla="*/ 301242 w 324800"/>
                  <a:gd name="connsiteY1" fmla="*/ 291283 h 556260"/>
                  <a:gd name="connsiteX2" fmla="*/ 66927 w 324800"/>
                  <a:gd name="connsiteY2" fmla="*/ 171200 h 556260"/>
                  <a:gd name="connsiteX3" fmla="*/ 12158 w 324800"/>
                  <a:gd name="connsiteY3" fmla="*/ 0 h 556260"/>
                  <a:gd name="connsiteX0" fmla="*/ 301977 w 317439"/>
                  <a:gd name="connsiteY0" fmla="*/ 556260 h 556260"/>
                  <a:gd name="connsiteX1" fmla="*/ 293881 w 317439"/>
                  <a:gd name="connsiteY1" fmla="*/ 307634 h 556260"/>
                  <a:gd name="connsiteX2" fmla="*/ 59566 w 317439"/>
                  <a:gd name="connsiteY2" fmla="*/ 171200 h 556260"/>
                  <a:gd name="connsiteX3" fmla="*/ 4797 w 317439"/>
                  <a:gd name="connsiteY3" fmla="*/ 0 h 556260"/>
                </a:gdLst>
                <a:ahLst/>
                <a:cxnLst>
                  <a:cxn ang="0">
                    <a:pos x="connsiteX0" y="connsiteY0"/>
                  </a:cxn>
                  <a:cxn ang="0">
                    <a:pos x="connsiteX1" y="connsiteY1"/>
                  </a:cxn>
                  <a:cxn ang="0">
                    <a:pos x="connsiteX2" y="connsiteY2"/>
                  </a:cxn>
                  <a:cxn ang="0">
                    <a:pos x="connsiteX3" y="connsiteY3"/>
                  </a:cxn>
                </a:cxnLst>
                <a:rect l="l" t="t" r="r" b="b"/>
                <a:pathLst>
                  <a:path w="317439" h="556260">
                    <a:moveTo>
                      <a:pt x="301977" y="556260"/>
                    </a:moveTo>
                    <a:cubicBezTo>
                      <a:pt x="312772" y="450215"/>
                      <a:pt x="334283" y="371811"/>
                      <a:pt x="293881" y="307634"/>
                    </a:cubicBezTo>
                    <a:cubicBezTo>
                      <a:pt x="253479" y="243457"/>
                      <a:pt x="107747" y="222472"/>
                      <a:pt x="59566" y="171200"/>
                    </a:cubicBezTo>
                    <a:cubicBezTo>
                      <a:pt x="11385" y="119928"/>
                      <a:pt x="-10443" y="52070"/>
                      <a:pt x="4797" y="0"/>
                    </a:cubicBezTo>
                  </a:path>
                </a:pathLst>
              </a:custGeom>
              <a:no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Freihandform 19">
                <a:extLst>
                  <a:ext uri="{FF2B5EF4-FFF2-40B4-BE49-F238E27FC236}">
                    <a16:creationId xmlns:a16="http://schemas.microsoft.com/office/drawing/2014/main" id="{63329E1B-DAFC-D1BA-F576-E165BC2BA411}"/>
                  </a:ext>
                </a:extLst>
              </p:cNvPr>
              <p:cNvSpPr/>
              <p:nvPr/>
            </p:nvSpPr>
            <p:spPr>
              <a:xfrm rot="18449316">
                <a:off x="3578111" y="4451267"/>
                <a:ext cx="92273" cy="161874"/>
              </a:xfrm>
              <a:custGeom>
                <a:avLst/>
                <a:gdLst>
                  <a:gd name="connsiteX0" fmla="*/ 300229 w 310507"/>
                  <a:gd name="connsiteY0" fmla="*/ 556260 h 556260"/>
                  <a:gd name="connsiteX1" fmla="*/ 284989 w 310507"/>
                  <a:gd name="connsiteY1" fmla="*/ 281940 h 556260"/>
                  <a:gd name="connsiteX2" fmla="*/ 79249 w 310507"/>
                  <a:gd name="connsiteY2" fmla="*/ 182880 h 556260"/>
                  <a:gd name="connsiteX3" fmla="*/ 3049 w 310507"/>
                  <a:gd name="connsiteY3" fmla="*/ 0 h 556260"/>
                  <a:gd name="connsiteX0" fmla="*/ 303334 w 313612"/>
                  <a:gd name="connsiteY0" fmla="*/ 556260 h 556260"/>
                  <a:gd name="connsiteX1" fmla="*/ 288094 w 313612"/>
                  <a:gd name="connsiteY1" fmla="*/ 281940 h 556260"/>
                  <a:gd name="connsiteX2" fmla="*/ 82354 w 313612"/>
                  <a:gd name="connsiteY2" fmla="*/ 182880 h 556260"/>
                  <a:gd name="connsiteX3" fmla="*/ 6154 w 313612"/>
                  <a:gd name="connsiteY3" fmla="*/ 0 h 556260"/>
                  <a:gd name="connsiteX0" fmla="*/ 300289 w 314283"/>
                  <a:gd name="connsiteY0" fmla="*/ 556260 h 556260"/>
                  <a:gd name="connsiteX1" fmla="*/ 292193 w 314283"/>
                  <a:gd name="connsiteY1" fmla="*/ 291283 h 556260"/>
                  <a:gd name="connsiteX2" fmla="*/ 79309 w 314283"/>
                  <a:gd name="connsiteY2" fmla="*/ 182880 h 556260"/>
                  <a:gd name="connsiteX3" fmla="*/ 3109 w 314283"/>
                  <a:gd name="connsiteY3" fmla="*/ 0 h 556260"/>
                  <a:gd name="connsiteX0" fmla="*/ 300289 w 327443"/>
                  <a:gd name="connsiteY0" fmla="*/ 556260 h 556260"/>
                  <a:gd name="connsiteX1" fmla="*/ 292193 w 327443"/>
                  <a:gd name="connsiteY1" fmla="*/ 291283 h 556260"/>
                  <a:gd name="connsiteX2" fmla="*/ 79309 w 327443"/>
                  <a:gd name="connsiteY2" fmla="*/ 182880 h 556260"/>
                  <a:gd name="connsiteX3" fmla="*/ 3109 w 327443"/>
                  <a:gd name="connsiteY3" fmla="*/ 0 h 556260"/>
                  <a:gd name="connsiteX0" fmla="*/ 303868 w 331022"/>
                  <a:gd name="connsiteY0" fmla="*/ 556260 h 556260"/>
                  <a:gd name="connsiteX1" fmla="*/ 295772 w 331022"/>
                  <a:gd name="connsiteY1" fmla="*/ 291283 h 556260"/>
                  <a:gd name="connsiteX2" fmla="*/ 82888 w 331022"/>
                  <a:gd name="connsiteY2" fmla="*/ 182880 h 556260"/>
                  <a:gd name="connsiteX3" fmla="*/ 6688 w 331022"/>
                  <a:gd name="connsiteY3" fmla="*/ 0 h 556260"/>
                  <a:gd name="connsiteX0" fmla="*/ 309338 w 324800"/>
                  <a:gd name="connsiteY0" fmla="*/ 556260 h 556260"/>
                  <a:gd name="connsiteX1" fmla="*/ 301242 w 324800"/>
                  <a:gd name="connsiteY1" fmla="*/ 291283 h 556260"/>
                  <a:gd name="connsiteX2" fmla="*/ 66927 w 324800"/>
                  <a:gd name="connsiteY2" fmla="*/ 171200 h 556260"/>
                  <a:gd name="connsiteX3" fmla="*/ 12158 w 324800"/>
                  <a:gd name="connsiteY3" fmla="*/ 0 h 556260"/>
                  <a:gd name="connsiteX0" fmla="*/ 301977 w 317439"/>
                  <a:gd name="connsiteY0" fmla="*/ 556260 h 556260"/>
                  <a:gd name="connsiteX1" fmla="*/ 293881 w 317439"/>
                  <a:gd name="connsiteY1" fmla="*/ 307634 h 556260"/>
                  <a:gd name="connsiteX2" fmla="*/ 59566 w 317439"/>
                  <a:gd name="connsiteY2" fmla="*/ 171200 h 556260"/>
                  <a:gd name="connsiteX3" fmla="*/ 4797 w 317439"/>
                  <a:gd name="connsiteY3" fmla="*/ 0 h 556260"/>
                </a:gdLst>
                <a:ahLst/>
                <a:cxnLst>
                  <a:cxn ang="0">
                    <a:pos x="connsiteX0" y="connsiteY0"/>
                  </a:cxn>
                  <a:cxn ang="0">
                    <a:pos x="connsiteX1" y="connsiteY1"/>
                  </a:cxn>
                  <a:cxn ang="0">
                    <a:pos x="connsiteX2" y="connsiteY2"/>
                  </a:cxn>
                  <a:cxn ang="0">
                    <a:pos x="connsiteX3" y="connsiteY3"/>
                  </a:cxn>
                </a:cxnLst>
                <a:rect l="l" t="t" r="r" b="b"/>
                <a:pathLst>
                  <a:path w="317439" h="556260">
                    <a:moveTo>
                      <a:pt x="301977" y="556260"/>
                    </a:moveTo>
                    <a:cubicBezTo>
                      <a:pt x="312772" y="450215"/>
                      <a:pt x="334283" y="371811"/>
                      <a:pt x="293881" y="307634"/>
                    </a:cubicBezTo>
                    <a:cubicBezTo>
                      <a:pt x="253479" y="243457"/>
                      <a:pt x="107747" y="222472"/>
                      <a:pt x="59566" y="171200"/>
                    </a:cubicBezTo>
                    <a:cubicBezTo>
                      <a:pt x="11385" y="119928"/>
                      <a:pt x="-10443" y="52070"/>
                      <a:pt x="4797" y="0"/>
                    </a:cubicBezTo>
                  </a:path>
                </a:pathLst>
              </a:cu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Ellipse 20">
                <a:extLst>
                  <a:ext uri="{FF2B5EF4-FFF2-40B4-BE49-F238E27FC236}">
                    <a16:creationId xmlns:a16="http://schemas.microsoft.com/office/drawing/2014/main" id="{C4E81F93-8E30-476E-9D34-2486BEB985BA}"/>
                  </a:ext>
                </a:extLst>
              </p:cNvPr>
              <p:cNvSpPr/>
              <p:nvPr/>
            </p:nvSpPr>
            <p:spPr>
              <a:xfrm rot="18449316">
                <a:off x="3737126" y="4471687"/>
                <a:ext cx="272105" cy="397692"/>
              </a:xfrm>
              <a:prstGeom prst="ellipse">
                <a:avLst/>
              </a:prstGeom>
              <a:solidFill>
                <a:schemeClr val="bg1">
                  <a:lumMod val="8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46" name="Ellipse 2">
                <a:extLst>
                  <a:ext uri="{FF2B5EF4-FFF2-40B4-BE49-F238E27FC236}">
                    <a16:creationId xmlns:a16="http://schemas.microsoft.com/office/drawing/2014/main" id="{18281C0F-3DF9-94FC-A5A1-93FCCA704BCC}"/>
                  </a:ext>
                </a:extLst>
              </p:cNvPr>
              <p:cNvSpPr/>
              <p:nvPr/>
            </p:nvSpPr>
            <p:spPr>
              <a:xfrm rot="18449316">
                <a:off x="3740161" y="4474428"/>
                <a:ext cx="126621" cy="125948"/>
              </a:xfrm>
              <a:custGeom>
                <a:avLst/>
                <a:gdLst>
                  <a:gd name="connsiteX0" fmla="*/ 0 w 936104"/>
                  <a:gd name="connsiteY0" fmla="*/ 684076 h 1368152"/>
                  <a:gd name="connsiteX1" fmla="*/ 468052 w 936104"/>
                  <a:gd name="connsiteY1" fmla="*/ 0 h 1368152"/>
                  <a:gd name="connsiteX2" fmla="*/ 936104 w 936104"/>
                  <a:gd name="connsiteY2" fmla="*/ 684076 h 1368152"/>
                  <a:gd name="connsiteX3" fmla="*/ 468052 w 936104"/>
                  <a:gd name="connsiteY3" fmla="*/ 1368152 h 1368152"/>
                  <a:gd name="connsiteX4" fmla="*/ 0 w 936104"/>
                  <a:gd name="connsiteY4" fmla="*/ 684076 h 1368152"/>
                  <a:gd name="connsiteX0" fmla="*/ 0 w 978371"/>
                  <a:gd name="connsiteY0" fmla="*/ 687477 h 1371553"/>
                  <a:gd name="connsiteX1" fmla="*/ 468052 w 978371"/>
                  <a:gd name="connsiteY1" fmla="*/ 3401 h 1371553"/>
                  <a:gd name="connsiteX2" fmla="*/ 903317 w 978371"/>
                  <a:gd name="connsiteY2" fmla="*/ 435098 h 1371553"/>
                  <a:gd name="connsiteX3" fmla="*/ 936104 w 978371"/>
                  <a:gd name="connsiteY3" fmla="*/ 687477 h 1371553"/>
                  <a:gd name="connsiteX4" fmla="*/ 468052 w 978371"/>
                  <a:gd name="connsiteY4" fmla="*/ 1371553 h 1371553"/>
                  <a:gd name="connsiteX5" fmla="*/ 0 w 978371"/>
                  <a:gd name="connsiteY5" fmla="*/ 687477 h 1371553"/>
                  <a:gd name="connsiteX0" fmla="*/ 0 w 967002"/>
                  <a:gd name="connsiteY0" fmla="*/ 687477 h 1371553"/>
                  <a:gd name="connsiteX1" fmla="*/ 468052 w 967002"/>
                  <a:gd name="connsiteY1" fmla="*/ 3401 h 1371553"/>
                  <a:gd name="connsiteX2" fmla="*/ 903317 w 967002"/>
                  <a:gd name="connsiteY2" fmla="*/ 435098 h 1371553"/>
                  <a:gd name="connsiteX3" fmla="*/ 936104 w 967002"/>
                  <a:gd name="connsiteY3" fmla="*/ 687477 h 1371553"/>
                  <a:gd name="connsiteX4" fmla="*/ 468052 w 967002"/>
                  <a:gd name="connsiteY4" fmla="*/ 1371553 h 1371553"/>
                  <a:gd name="connsiteX5" fmla="*/ 0 w 967002"/>
                  <a:gd name="connsiteY5" fmla="*/ 687477 h 1371553"/>
                  <a:gd name="connsiteX0" fmla="*/ 0 w 967002"/>
                  <a:gd name="connsiteY0" fmla="*/ 688298 h 1372374"/>
                  <a:gd name="connsiteX1" fmla="*/ 468052 w 967002"/>
                  <a:gd name="connsiteY1" fmla="*/ 4222 h 1372374"/>
                  <a:gd name="connsiteX2" fmla="*/ 903317 w 967002"/>
                  <a:gd name="connsiteY2" fmla="*/ 435919 h 1372374"/>
                  <a:gd name="connsiteX3" fmla="*/ 936104 w 967002"/>
                  <a:gd name="connsiteY3" fmla="*/ 688298 h 1372374"/>
                  <a:gd name="connsiteX4" fmla="*/ 468052 w 967002"/>
                  <a:gd name="connsiteY4" fmla="*/ 1372374 h 1372374"/>
                  <a:gd name="connsiteX5" fmla="*/ 0 w 967002"/>
                  <a:gd name="connsiteY5" fmla="*/ 688298 h 1372374"/>
                  <a:gd name="connsiteX0" fmla="*/ 0 w 956789"/>
                  <a:gd name="connsiteY0" fmla="*/ 688298 h 1372374"/>
                  <a:gd name="connsiteX1" fmla="*/ 468052 w 956789"/>
                  <a:gd name="connsiteY1" fmla="*/ 4222 h 1372374"/>
                  <a:gd name="connsiteX2" fmla="*/ 903317 w 956789"/>
                  <a:gd name="connsiteY2" fmla="*/ 435919 h 1372374"/>
                  <a:gd name="connsiteX3" fmla="*/ 936104 w 956789"/>
                  <a:gd name="connsiteY3" fmla="*/ 688298 h 1372374"/>
                  <a:gd name="connsiteX4" fmla="*/ 468052 w 956789"/>
                  <a:gd name="connsiteY4" fmla="*/ 1372374 h 1372374"/>
                  <a:gd name="connsiteX5" fmla="*/ 0 w 956789"/>
                  <a:gd name="connsiteY5" fmla="*/ 688298 h 1372374"/>
                  <a:gd name="connsiteX0" fmla="*/ 0 w 956789"/>
                  <a:gd name="connsiteY0" fmla="*/ 688236 h 1372312"/>
                  <a:gd name="connsiteX1" fmla="*/ 468052 w 956789"/>
                  <a:gd name="connsiteY1" fmla="*/ 4160 h 1372312"/>
                  <a:gd name="connsiteX2" fmla="*/ 903317 w 956789"/>
                  <a:gd name="connsiteY2" fmla="*/ 435857 h 1372312"/>
                  <a:gd name="connsiteX3" fmla="*/ 936104 w 956789"/>
                  <a:gd name="connsiteY3" fmla="*/ 688236 h 1372312"/>
                  <a:gd name="connsiteX4" fmla="*/ 468052 w 956789"/>
                  <a:gd name="connsiteY4" fmla="*/ 1372312 h 1372312"/>
                  <a:gd name="connsiteX5" fmla="*/ 0 w 956789"/>
                  <a:gd name="connsiteY5" fmla="*/ 688236 h 1372312"/>
                  <a:gd name="connsiteX0" fmla="*/ 0 w 956789"/>
                  <a:gd name="connsiteY0" fmla="*/ 687817 h 1371893"/>
                  <a:gd name="connsiteX1" fmla="*/ 468052 w 956789"/>
                  <a:gd name="connsiteY1" fmla="*/ 3741 h 1371893"/>
                  <a:gd name="connsiteX2" fmla="*/ 903317 w 956789"/>
                  <a:gd name="connsiteY2" fmla="*/ 435438 h 1371893"/>
                  <a:gd name="connsiteX3" fmla="*/ 936104 w 956789"/>
                  <a:gd name="connsiteY3" fmla="*/ 687817 h 1371893"/>
                  <a:gd name="connsiteX4" fmla="*/ 468052 w 956789"/>
                  <a:gd name="connsiteY4" fmla="*/ 1371893 h 1371893"/>
                  <a:gd name="connsiteX5" fmla="*/ 0 w 956789"/>
                  <a:gd name="connsiteY5" fmla="*/ 687817 h 1371893"/>
                  <a:gd name="connsiteX0" fmla="*/ 0 w 956789"/>
                  <a:gd name="connsiteY0" fmla="*/ 687817 h 723535"/>
                  <a:gd name="connsiteX1" fmla="*/ 468052 w 956789"/>
                  <a:gd name="connsiteY1" fmla="*/ 3741 h 723535"/>
                  <a:gd name="connsiteX2" fmla="*/ 903317 w 956789"/>
                  <a:gd name="connsiteY2" fmla="*/ 435438 h 723535"/>
                  <a:gd name="connsiteX3" fmla="*/ 936104 w 956789"/>
                  <a:gd name="connsiteY3" fmla="*/ 687817 h 723535"/>
                  <a:gd name="connsiteX4" fmla="*/ 468052 w 956789"/>
                  <a:gd name="connsiteY4" fmla="*/ 437933 h 723535"/>
                  <a:gd name="connsiteX5" fmla="*/ 0 w 956789"/>
                  <a:gd name="connsiteY5" fmla="*/ 687817 h 72353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54408 w 489673"/>
                  <a:gd name="connsiteY0" fmla="*/ 437933 h 469592"/>
                  <a:gd name="connsiteX1" fmla="*/ 54408 w 489673"/>
                  <a:gd name="connsiteY1" fmla="*/ 3741 h 469592"/>
                  <a:gd name="connsiteX2" fmla="*/ 489673 w 489673"/>
                  <a:gd name="connsiteY2" fmla="*/ 435438 h 469592"/>
                  <a:gd name="connsiteX3" fmla="*/ 54408 w 489673"/>
                  <a:gd name="connsiteY3" fmla="*/ 437933 h 469592"/>
                  <a:gd name="connsiteX0" fmla="*/ 32065 w 467330"/>
                  <a:gd name="connsiteY0" fmla="*/ 446305 h 477964"/>
                  <a:gd name="connsiteX1" fmla="*/ 32065 w 467330"/>
                  <a:gd name="connsiteY1" fmla="*/ 12113 h 477964"/>
                  <a:gd name="connsiteX2" fmla="*/ 467330 w 467330"/>
                  <a:gd name="connsiteY2" fmla="*/ 443810 h 477964"/>
                  <a:gd name="connsiteX3" fmla="*/ 32065 w 467330"/>
                  <a:gd name="connsiteY3" fmla="*/ 446305 h 477964"/>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32611 w 467876"/>
                  <a:gd name="connsiteY0" fmla="*/ 435518 h 467177"/>
                  <a:gd name="connsiteX1" fmla="*/ 32611 w 467876"/>
                  <a:gd name="connsiteY1" fmla="*/ 1326 h 467177"/>
                  <a:gd name="connsiteX2" fmla="*/ 467876 w 467876"/>
                  <a:gd name="connsiteY2" fmla="*/ 433023 h 467177"/>
                  <a:gd name="connsiteX3" fmla="*/ 32611 w 467876"/>
                  <a:gd name="connsiteY3" fmla="*/ 435518 h 467177"/>
                  <a:gd name="connsiteX0" fmla="*/ 37837 w 455987"/>
                  <a:gd name="connsiteY0" fmla="*/ 435518 h 467177"/>
                  <a:gd name="connsiteX1" fmla="*/ 20722 w 455987"/>
                  <a:gd name="connsiteY1" fmla="*/ 1326 h 467177"/>
                  <a:gd name="connsiteX2" fmla="*/ 455987 w 455987"/>
                  <a:gd name="connsiteY2" fmla="*/ 433023 h 467177"/>
                  <a:gd name="connsiteX3" fmla="*/ 37837 w 455987"/>
                  <a:gd name="connsiteY3" fmla="*/ 435518 h 467177"/>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12354 w 435394"/>
                  <a:gd name="connsiteY0" fmla="*/ 433073 h 465364"/>
                  <a:gd name="connsiteX1" fmla="*/ 129 w 435394"/>
                  <a:gd name="connsiteY1" fmla="*/ 1326 h 465364"/>
                  <a:gd name="connsiteX2" fmla="*/ 435394 w 435394"/>
                  <a:gd name="connsiteY2" fmla="*/ 433023 h 465364"/>
                  <a:gd name="connsiteX3" fmla="*/ 12354 w 435394"/>
                  <a:gd name="connsiteY3" fmla="*/ 433073 h 465364"/>
                  <a:gd name="connsiteX0" fmla="*/ 2784 w 435604"/>
                  <a:gd name="connsiteY0" fmla="*/ 430628 h 463576"/>
                  <a:gd name="connsiteX1" fmla="*/ 339 w 435604"/>
                  <a:gd name="connsiteY1" fmla="*/ 1326 h 463576"/>
                  <a:gd name="connsiteX2" fmla="*/ 435604 w 435604"/>
                  <a:gd name="connsiteY2" fmla="*/ 433023 h 463576"/>
                  <a:gd name="connsiteX3" fmla="*/ 2784 w 435604"/>
                  <a:gd name="connsiteY3" fmla="*/ 430628 h 463576"/>
                  <a:gd name="connsiteX0" fmla="*/ 2784 w 435604"/>
                  <a:gd name="connsiteY0" fmla="*/ 430628 h 433023"/>
                  <a:gd name="connsiteX1" fmla="*/ 339 w 435604"/>
                  <a:gd name="connsiteY1" fmla="*/ 1326 h 433023"/>
                  <a:gd name="connsiteX2" fmla="*/ 435604 w 435604"/>
                  <a:gd name="connsiteY2" fmla="*/ 433023 h 433023"/>
                  <a:gd name="connsiteX3" fmla="*/ 2784 w 435604"/>
                  <a:gd name="connsiteY3" fmla="*/ 430628 h 433023"/>
                  <a:gd name="connsiteX0" fmla="*/ 2784 w 435604"/>
                  <a:gd name="connsiteY0" fmla="*/ 430894 h 433289"/>
                  <a:gd name="connsiteX1" fmla="*/ 339 w 435604"/>
                  <a:gd name="connsiteY1" fmla="*/ 1592 h 433289"/>
                  <a:gd name="connsiteX2" fmla="*/ 435604 w 435604"/>
                  <a:gd name="connsiteY2" fmla="*/ 433289 h 433289"/>
                  <a:gd name="connsiteX3" fmla="*/ 2784 w 435604"/>
                  <a:gd name="connsiteY3" fmla="*/ 430894 h 433289"/>
                </a:gdLst>
                <a:ahLst/>
                <a:cxnLst>
                  <a:cxn ang="0">
                    <a:pos x="connsiteX0" y="connsiteY0"/>
                  </a:cxn>
                  <a:cxn ang="0">
                    <a:pos x="connsiteX1" y="connsiteY1"/>
                  </a:cxn>
                  <a:cxn ang="0">
                    <a:pos x="connsiteX2" y="connsiteY2"/>
                  </a:cxn>
                  <a:cxn ang="0">
                    <a:pos x="connsiteX3" y="connsiteY3"/>
                  </a:cxn>
                </a:cxnLst>
                <a:rect l="l" t="t" r="r" b="b"/>
                <a:pathLst>
                  <a:path w="435604" h="433289">
                    <a:moveTo>
                      <a:pt x="2784" y="430894"/>
                    </a:moveTo>
                    <a:cubicBezTo>
                      <a:pt x="3588" y="268483"/>
                      <a:pt x="-1304" y="402975"/>
                      <a:pt x="339" y="1592"/>
                    </a:cubicBezTo>
                    <a:cubicBezTo>
                      <a:pt x="165791" y="-20828"/>
                      <a:pt x="389378" y="197030"/>
                      <a:pt x="435604" y="433289"/>
                    </a:cubicBezTo>
                    <a:lnTo>
                      <a:pt x="2784" y="430894"/>
                    </a:lnTo>
                    <a:close/>
                  </a:path>
                </a:pathLst>
              </a:custGeom>
              <a:solidFill>
                <a:schemeClr val="bg1">
                  <a:lumMod val="8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47" name="Bogen 22">
                <a:extLst>
                  <a:ext uri="{FF2B5EF4-FFF2-40B4-BE49-F238E27FC236}">
                    <a16:creationId xmlns:a16="http://schemas.microsoft.com/office/drawing/2014/main" id="{15B56A3B-7D50-4E1B-34FF-7D9191F0E209}"/>
                  </a:ext>
                </a:extLst>
              </p:cNvPr>
              <p:cNvSpPr/>
              <p:nvPr/>
            </p:nvSpPr>
            <p:spPr>
              <a:xfrm rot="18449316">
                <a:off x="3742539" y="4545653"/>
                <a:ext cx="269491" cy="313979"/>
              </a:xfrm>
              <a:prstGeom prst="arc">
                <a:avLst>
                  <a:gd name="adj1" fmla="val 603862"/>
                  <a:gd name="adj2" fmla="val 4415887"/>
                </a:avLst>
              </a:prstGeom>
              <a:ln w="31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48" name="Ellipse 2">
                <a:extLst>
                  <a:ext uri="{FF2B5EF4-FFF2-40B4-BE49-F238E27FC236}">
                    <a16:creationId xmlns:a16="http://schemas.microsoft.com/office/drawing/2014/main" id="{1533D011-3C78-FE52-E1A1-EEF93528DDBD}"/>
                  </a:ext>
                </a:extLst>
              </p:cNvPr>
              <p:cNvSpPr/>
              <p:nvPr/>
            </p:nvSpPr>
            <p:spPr>
              <a:xfrm rot="18449316" flipH="1">
                <a:off x="3663340" y="4575473"/>
                <a:ext cx="126424" cy="125948"/>
              </a:xfrm>
              <a:custGeom>
                <a:avLst/>
                <a:gdLst>
                  <a:gd name="connsiteX0" fmla="*/ 0 w 936104"/>
                  <a:gd name="connsiteY0" fmla="*/ 684076 h 1368152"/>
                  <a:gd name="connsiteX1" fmla="*/ 468052 w 936104"/>
                  <a:gd name="connsiteY1" fmla="*/ 0 h 1368152"/>
                  <a:gd name="connsiteX2" fmla="*/ 936104 w 936104"/>
                  <a:gd name="connsiteY2" fmla="*/ 684076 h 1368152"/>
                  <a:gd name="connsiteX3" fmla="*/ 468052 w 936104"/>
                  <a:gd name="connsiteY3" fmla="*/ 1368152 h 1368152"/>
                  <a:gd name="connsiteX4" fmla="*/ 0 w 936104"/>
                  <a:gd name="connsiteY4" fmla="*/ 684076 h 1368152"/>
                  <a:gd name="connsiteX0" fmla="*/ 0 w 978371"/>
                  <a:gd name="connsiteY0" fmla="*/ 687477 h 1371553"/>
                  <a:gd name="connsiteX1" fmla="*/ 468052 w 978371"/>
                  <a:gd name="connsiteY1" fmla="*/ 3401 h 1371553"/>
                  <a:gd name="connsiteX2" fmla="*/ 903317 w 978371"/>
                  <a:gd name="connsiteY2" fmla="*/ 435098 h 1371553"/>
                  <a:gd name="connsiteX3" fmla="*/ 936104 w 978371"/>
                  <a:gd name="connsiteY3" fmla="*/ 687477 h 1371553"/>
                  <a:gd name="connsiteX4" fmla="*/ 468052 w 978371"/>
                  <a:gd name="connsiteY4" fmla="*/ 1371553 h 1371553"/>
                  <a:gd name="connsiteX5" fmla="*/ 0 w 978371"/>
                  <a:gd name="connsiteY5" fmla="*/ 687477 h 1371553"/>
                  <a:gd name="connsiteX0" fmla="*/ 0 w 967002"/>
                  <a:gd name="connsiteY0" fmla="*/ 687477 h 1371553"/>
                  <a:gd name="connsiteX1" fmla="*/ 468052 w 967002"/>
                  <a:gd name="connsiteY1" fmla="*/ 3401 h 1371553"/>
                  <a:gd name="connsiteX2" fmla="*/ 903317 w 967002"/>
                  <a:gd name="connsiteY2" fmla="*/ 435098 h 1371553"/>
                  <a:gd name="connsiteX3" fmla="*/ 936104 w 967002"/>
                  <a:gd name="connsiteY3" fmla="*/ 687477 h 1371553"/>
                  <a:gd name="connsiteX4" fmla="*/ 468052 w 967002"/>
                  <a:gd name="connsiteY4" fmla="*/ 1371553 h 1371553"/>
                  <a:gd name="connsiteX5" fmla="*/ 0 w 967002"/>
                  <a:gd name="connsiteY5" fmla="*/ 687477 h 1371553"/>
                  <a:gd name="connsiteX0" fmla="*/ 0 w 967002"/>
                  <a:gd name="connsiteY0" fmla="*/ 688298 h 1372374"/>
                  <a:gd name="connsiteX1" fmla="*/ 468052 w 967002"/>
                  <a:gd name="connsiteY1" fmla="*/ 4222 h 1372374"/>
                  <a:gd name="connsiteX2" fmla="*/ 903317 w 967002"/>
                  <a:gd name="connsiteY2" fmla="*/ 435919 h 1372374"/>
                  <a:gd name="connsiteX3" fmla="*/ 936104 w 967002"/>
                  <a:gd name="connsiteY3" fmla="*/ 688298 h 1372374"/>
                  <a:gd name="connsiteX4" fmla="*/ 468052 w 967002"/>
                  <a:gd name="connsiteY4" fmla="*/ 1372374 h 1372374"/>
                  <a:gd name="connsiteX5" fmla="*/ 0 w 967002"/>
                  <a:gd name="connsiteY5" fmla="*/ 688298 h 1372374"/>
                  <a:gd name="connsiteX0" fmla="*/ 0 w 956789"/>
                  <a:gd name="connsiteY0" fmla="*/ 688298 h 1372374"/>
                  <a:gd name="connsiteX1" fmla="*/ 468052 w 956789"/>
                  <a:gd name="connsiteY1" fmla="*/ 4222 h 1372374"/>
                  <a:gd name="connsiteX2" fmla="*/ 903317 w 956789"/>
                  <a:gd name="connsiteY2" fmla="*/ 435919 h 1372374"/>
                  <a:gd name="connsiteX3" fmla="*/ 936104 w 956789"/>
                  <a:gd name="connsiteY3" fmla="*/ 688298 h 1372374"/>
                  <a:gd name="connsiteX4" fmla="*/ 468052 w 956789"/>
                  <a:gd name="connsiteY4" fmla="*/ 1372374 h 1372374"/>
                  <a:gd name="connsiteX5" fmla="*/ 0 w 956789"/>
                  <a:gd name="connsiteY5" fmla="*/ 688298 h 1372374"/>
                  <a:gd name="connsiteX0" fmla="*/ 0 w 956789"/>
                  <a:gd name="connsiteY0" fmla="*/ 688236 h 1372312"/>
                  <a:gd name="connsiteX1" fmla="*/ 468052 w 956789"/>
                  <a:gd name="connsiteY1" fmla="*/ 4160 h 1372312"/>
                  <a:gd name="connsiteX2" fmla="*/ 903317 w 956789"/>
                  <a:gd name="connsiteY2" fmla="*/ 435857 h 1372312"/>
                  <a:gd name="connsiteX3" fmla="*/ 936104 w 956789"/>
                  <a:gd name="connsiteY3" fmla="*/ 688236 h 1372312"/>
                  <a:gd name="connsiteX4" fmla="*/ 468052 w 956789"/>
                  <a:gd name="connsiteY4" fmla="*/ 1372312 h 1372312"/>
                  <a:gd name="connsiteX5" fmla="*/ 0 w 956789"/>
                  <a:gd name="connsiteY5" fmla="*/ 688236 h 1372312"/>
                  <a:gd name="connsiteX0" fmla="*/ 0 w 956789"/>
                  <a:gd name="connsiteY0" fmla="*/ 687817 h 1371893"/>
                  <a:gd name="connsiteX1" fmla="*/ 468052 w 956789"/>
                  <a:gd name="connsiteY1" fmla="*/ 3741 h 1371893"/>
                  <a:gd name="connsiteX2" fmla="*/ 903317 w 956789"/>
                  <a:gd name="connsiteY2" fmla="*/ 435438 h 1371893"/>
                  <a:gd name="connsiteX3" fmla="*/ 936104 w 956789"/>
                  <a:gd name="connsiteY3" fmla="*/ 687817 h 1371893"/>
                  <a:gd name="connsiteX4" fmla="*/ 468052 w 956789"/>
                  <a:gd name="connsiteY4" fmla="*/ 1371893 h 1371893"/>
                  <a:gd name="connsiteX5" fmla="*/ 0 w 956789"/>
                  <a:gd name="connsiteY5" fmla="*/ 687817 h 1371893"/>
                  <a:gd name="connsiteX0" fmla="*/ 0 w 956789"/>
                  <a:gd name="connsiteY0" fmla="*/ 687817 h 723535"/>
                  <a:gd name="connsiteX1" fmla="*/ 468052 w 956789"/>
                  <a:gd name="connsiteY1" fmla="*/ 3741 h 723535"/>
                  <a:gd name="connsiteX2" fmla="*/ 903317 w 956789"/>
                  <a:gd name="connsiteY2" fmla="*/ 435438 h 723535"/>
                  <a:gd name="connsiteX3" fmla="*/ 936104 w 956789"/>
                  <a:gd name="connsiteY3" fmla="*/ 687817 h 723535"/>
                  <a:gd name="connsiteX4" fmla="*/ 468052 w 956789"/>
                  <a:gd name="connsiteY4" fmla="*/ 437933 h 723535"/>
                  <a:gd name="connsiteX5" fmla="*/ 0 w 956789"/>
                  <a:gd name="connsiteY5" fmla="*/ 687817 h 72353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54408 w 489673"/>
                  <a:gd name="connsiteY0" fmla="*/ 437933 h 469592"/>
                  <a:gd name="connsiteX1" fmla="*/ 54408 w 489673"/>
                  <a:gd name="connsiteY1" fmla="*/ 3741 h 469592"/>
                  <a:gd name="connsiteX2" fmla="*/ 489673 w 489673"/>
                  <a:gd name="connsiteY2" fmla="*/ 435438 h 469592"/>
                  <a:gd name="connsiteX3" fmla="*/ 54408 w 489673"/>
                  <a:gd name="connsiteY3" fmla="*/ 437933 h 469592"/>
                  <a:gd name="connsiteX0" fmla="*/ 32065 w 467330"/>
                  <a:gd name="connsiteY0" fmla="*/ 446305 h 477964"/>
                  <a:gd name="connsiteX1" fmla="*/ 32065 w 467330"/>
                  <a:gd name="connsiteY1" fmla="*/ 12113 h 477964"/>
                  <a:gd name="connsiteX2" fmla="*/ 467330 w 467330"/>
                  <a:gd name="connsiteY2" fmla="*/ 443810 h 477964"/>
                  <a:gd name="connsiteX3" fmla="*/ 32065 w 467330"/>
                  <a:gd name="connsiteY3" fmla="*/ 446305 h 477964"/>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32611 w 467876"/>
                  <a:gd name="connsiteY0" fmla="*/ 435518 h 467177"/>
                  <a:gd name="connsiteX1" fmla="*/ 32611 w 467876"/>
                  <a:gd name="connsiteY1" fmla="*/ 1326 h 467177"/>
                  <a:gd name="connsiteX2" fmla="*/ 467876 w 467876"/>
                  <a:gd name="connsiteY2" fmla="*/ 433023 h 467177"/>
                  <a:gd name="connsiteX3" fmla="*/ 32611 w 467876"/>
                  <a:gd name="connsiteY3" fmla="*/ 435518 h 467177"/>
                  <a:gd name="connsiteX0" fmla="*/ 37837 w 455987"/>
                  <a:gd name="connsiteY0" fmla="*/ 435518 h 467177"/>
                  <a:gd name="connsiteX1" fmla="*/ 20722 w 455987"/>
                  <a:gd name="connsiteY1" fmla="*/ 1326 h 467177"/>
                  <a:gd name="connsiteX2" fmla="*/ 455987 w 455987"/>
                  <a:gd name="connsiteY2" fmla="*/ 433023 h 467177"/>
                  <a:gd name="connsiteX3" fmla="*/ 37837 w 455987"/>
                  <a:gd name="connsiteY3" fmla="*/ 435518 h 467177"/>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12354 w 435394"/>
                  <a:gd name="connsiteY0" fmla="*/ 433073 h 465364"/>
                  <a:gd name="connsiteX1" fmla="*/ 129 w 435394"/>
                  <a:gd name="connsiteY1" fmla="*/ 1326 h 465364"/>
                  <a:gd name="connsiteX2" fmla="*/ 435394 w 435394"/>
                  <a:gd name="connsiteY2" fmla="*/ 433023 h 465364"/>
                  <a:gd name="connsiteX3" fmla="*/ 12354 w 435394"/>
                  <a:gd name="connsiteY3" fmla="*/ 433073 h 465364"/>
                  <a:gd name="connsiteX0" fmla="*/ 2784 w 435604"/>
                  <a:gd name="connsiteY0" fmla="*/ 430628 h 463576"/>
                  <a:gd name="connsiteX1" fmla="*/ 339 w 435604"/>
                  <a:gd name="connsiteY1" fmla="*/ 1326 h 463576"/>
                  <a:gd name="connsiteX2" fmla="*/ 435604 w 435604"/>
                  <a:gd name="connsiteY2" fmla="*/ 433023 h 463576"/>
                  <a:gd name="connsiteX3" fmla="*/ 2784 w 435604"/>
                  <a:gd name="connsiteY3" fmla="*/ 430628 h 463576"/>
                  <a:gd name="connsiteX0" fmla="*/ 2784 w 435604"/>
                  <a:gd name="connsiteY0" fmla="*/ 430628 h 433023"/>
                  <a:gd name="connsiteX1" fmla="*/ 339 w 435604"/>
                  <a:gd name="connsiteY1" fmla="*/ 1326 h 433023"/>
                  <a:gd name="connsiteX2" fmla="*/ 435604 w 435604"/>
                  <a:gd name="connsiteY2" fmla="*/ 433023 h 433023"/>
                  <a:gd name="connsiteX3" fmla="*/ 2784 w 435604"/>
                  <a:gd name="connsiteY3" fmla="*/ 430628 h 433023"/>
                  <a:gd name="connsiteX0" fmla="*/ 2784 w 435604"/>
                  <a:gd name="connsiteY0" fmla="*/ 430894 h 433289"/>
                  <a:gd name="connsiteX1" fmla="*/ 339 w 435604"/>
                  <a:gd name="connsiteY1" fmla="*/ 1592 h 433289"/>
                  <a:gd name="connsiteX2" fmla="*/ 435604 w 435604"/>
                  <a:gd name="connsiteY2" fmla="*/ 433289 h 433289"/>
                  <a:gd name="connsiteX3" fmla="*/ 2784 w 435604"/>
                  <a:gd name="connsiteY3" fmla="*/ 430894 h 433289"/>
                </a:gdLst>
                <a:ahLst/>
                <a:cxnLst>
                  <a:cxn ang="0">
                    <a:pos x="connsiteX0" y="connsiteY0"/>
                  </a:cxn>
                  <a:cxn ang="0">
                    <a:pos x="connsiteX1" y="connsiteY1"/>
                  </a:cxn>
                  <a:cxn ang="0">
                    <a:pos x="connsiteX2" y="connsiteY2"/>
                  </a:cxn>
                  <a:cxn ang="0">
                    <a:pos x="connsiteX3" y="connsiteY3"/>
                  </a:cxn>
                </a:cxnLst>
                <a:rect l="l" t="t" r="r" b="b"/>
                <a:pathLst>
                  <a:path w="435604" h="433289">
                    <a:moveTo>
                      <a:pt x="2784" y="430894"/>
                    </a:moveTo>
                    <a:cubicBezTo>
                      <a:pt x="3588" y="268483"/>
                      <a:pt x="-1304" y="402975"/>
                      <a:pt x="339" y="1592"/>
                    </a:cubicBezTo>
                    <a:cubicBezTo>
                      <a:pt x="165791" y="-20828"/>
                      <a:pt x="389378" y="197030"/>
                      <a:pt x="435604" y="433289"/>
                    </a:cubicBezTo>
                    <a:lnTo>
                      <a:pt x="2784" y="430894"/>
                    </a:lnTo>
                    <a:close/>
                  </a:path>
                </a:pathLst>
              </a:custGeom>
              <a:solidFill>
                <a:srgbClr val="EF0000"/>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49" name="Abgerundetes Rechteck 24">
                <a:extLst>
                  <a:ext uri="{FF2B5EF4-FFF2-40B4-BE49-F238E27FC236}">
                    <a16:creationId xmlns:a16="http://schemas.microsoft.com/office/drawing/2014/main" id="{5392B7F7-8A48-CFC4-ACDA-F7FABE813FA6}"/>
                  </a:ext>
                </a:extLst>
              </p:cNvPr>
              <p:cNvSpPr/>
              <p:nvPr/>
            </p:nvSpPr>
            <p:spPr>
              <a:xfrm rot="18449316">
                <a:off x="3796163" y="4567025"/>
                <a:ext cx="20931" cy="104928"/>
              </a:xfrm>
              <a:prstGeom prst="roundRect">
                <a:avLst>
                  <a:gd name="adj" fmla="val 33202"/>
                </a:avLst>
              </a:prstGeom>
              <a:solidFill>
                <a:schemeClr val="bg1">
                  <a:lumMod val="8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grpSp>
        <p:sp>
          <p:nvSpPr>
            <p:cNvPr id="42" name="Textfeld 17">
              <a:extLst>
                <a:ext uri="{FF2B5EF4-FFF2-40B4-BE49-F238E27FC236}">
                  <a16:creationId xmlns:a16="http://schemas.microsoft.com/office/drawing/2014/main" id="{2C056C79-1F8C-0AE0-9793-DC6379976ADF}"/>
                </a:ext>
              </a:extLst>
            </p:cNvPr>
            <p:cNvSpPr txBox="1"/>
            <p:nvPr/>
          </p:nvSpPr>
          <p:spPr>
            <a:xfrm>
              <a:off x="5082540" y="2876452"/>
              <a:ext cx="284052" cy="307777"/>
            </a:xfrm>
            <a:prstGeom prst="rect">
              <a:avLst/>
            </a:prstGeom>
            <a:noFill/>
          </p:spPr>
          <p:txBody>
            <a:bodyPr wrap="none" rtlCol="0">
              <a:spAutoFit/>
            </a:bodyPr>
            <a:lstStyle/>
            <a:p>
              <a:r>
                <a:rPr lang="en-US" sz="1400" dirty="0"/>
                <a:t>4</a:t>
              </a:r>
              <a:endParaRPr lang="en-GB" sz="1400" dirty="0"/>
            </a:p>
          </p:txBody>
        </p:sp>
      </p:grpSp>
      <p:grpSp>
        <p:nvGrpSpPr>
          <p:cNvPr id="50" name="Gruppieren 12">
            <a:extLst>
              <a:ext uri="{FF2B5EF4-FFF2-40B4-BE49-F238E27FC236}">
                <a16:creationId xmlns:a16="http://schemas.microsoft.com/office/drawing/2014/main" id="{AE205F18-3D2C-BB1D-0379-3C694E6B2D98}"/>
              </a:ext>
            </a:extLst>
          </p:cNvPr>
          <p:cNvGrpSpPr/>
          <p:nvPr/>
        </p:nvGrpSpPr>
        <p:grpSpPr>
          <a:xfrm>
            <a:off x="6057652" y="6426398"/>
            <a:ext cx="529020" cy="386978"/>
            <a:chOff x="4844085" y="2797251"/>
            <a:chExt cx="529020" cy="386978"/>
          </a:xfrm>
        </p:grpSpPr>
        <p:grpSp>
          <p:nvGrpSpPr>
            <p:cNvPr id="51" name="Gruppieren 15">
              <a:extLst>
                <a:ext uri="{FF2B5EF4-FFF2-40B4-BE49-F238E27FC236}">
                  <a16:creationId xmlns:a16="http://schemas.microsoft.com/office/drawing/2014/main" id="{E7DFDC68-D4F0-66B5-F218-0CB9C43DF02E}"/>
                </a:ext>
              </a:extLst>
            </p:cNvPr>
            <p:cNvGrpSpPr/>
            <p:nvPr/>
          </p:nvGrpSpPr>
          <p:grpSpPr>
            <a:xfrm>
              <a:off x="4844085" y="2797251"/>
              <a:ext cx="529020" cy="363297"/>
              <a:chOff x="3543005" y="4474091"/>
              <a:chExt cx="529020" cy="363297"/>
            </a:xfrm>
          </p:grpSpPr>
          <p:sp>
            <p:nvSpPr>
              <p:cNvPr id="53" name="Freihandform 18">
                <a:extLst>
                  <a:ext uri="{FF2B5EF4-FFF2-40B4-BE49-F238E27FC236}">
                    <a16:creationId xmlns:a16="http://schemas.microsoft.com/office/drawing/2014/main" id="{A901CFED-95CF-99AC-CD0F-A13113917D9D}"/>
                  </a:ext>
                </a:extLst>
              </p:cNvPr>
              <p:cNvSpPr/>
              <p:nvPr/>
            </p:nvSpPr>
            <p:spPr>
              <a:xfrm rot="18449316">
                <a:off x="3579285" y="4450688"/>
                <a:ext cx="92273" cy="164834"/>
              </a:xfrm>
              <a:custGeom>
                <a:avLst/>
                <a:gdLst>
                  <a:gd name="connsiteX0" fmla="*/ 300229 w 310507"/>
                  <a:gd name="connsiteY0" fmla="*/ 556260 h 556260"/>
                  <a:gd name="connsiteX1" fmla="*/ 284989 w 310507"/>
                  <a:gd name="connsiteY1" fmla="*/ 281940 h 556260"/>
                  <a:gd name="connsiteX2" fmla="*/ 79249 w 310507"/>
                  <a:gd name="connsiteY2" fmla="*/ 182880 h 556260"/>
                  <a:gd name="connsiteX3" fmla="*/ 3049 w 310507"/>
                  <a:gd name="connsiteY3" fmla="*/ 0 h 556260"/>
                  <a:gd name="connsiteX0" fmla="*/ 303334 w 313612"/>
                  <a:gd name="connsiteY0" fmla="*/ 556260 h 556260"/>
                  <a:gd name="connsiteX1" fmla="*/ 288094 w 313612"/>
                  <a:gd name="connsiteY1" fmla="*/ 281940 h 556260"/>
                  <a:gd name="connsiteX2" fmla="*/ 82354 w 313612"/>
                  <a:gd name="connsiteY2" fmla="*/ 182880 h 556260"/>
                  <a:gd name="connsiteX3" fmla="*/ 6154 w 313612"/>
                  <a:gd name="connsiteY3" fmla="*/ 0 h 556260"/>
                  <a:gd name="connsiteX0" fmla="*/ 300289 w 314283"/>
                  <a:gd name="connsiteY0" fmla="*/ 556260 h 556260"/>
                  <a:gd name="connsiteX1" fmla="*/ 292193 w 314283"/>
                  <a:gd name="connsiteY1" fmla="*/ 291283 h 556260"/>
                  <a:gd name="connsiteX2" fmla="*/ 79309 w 314283"/>
                  <a:gd name="connsiteY2" fmla="*/ 182880 h 556260"/>
                  <a:gd name="connsiteX3" fmla="*/ 3109 w 314283"/>
                  <a:gd name="connsiteY3" fmla="*/ 0 h 556260"/>
                  <a:gd name="connsiteX0" fmla="*/ 300289 w 327443"/>
                  <a:gd name="connsiteY0" fmla="*/ 556260 h 556260"/>
                  <a:gd name="connsiteX1" fmla="*/ 292193 w 327443"/>
                  <a:gd name="connsiteY1" fmla="*/ 291283 h 556260"/>
                  <a:gd name="connsiteX2" fmla="*/ 79309 w 327443"/>
                  <a:gd name="connsiteY2" fmla="*/ 182880 h 556260"/>
                  <a:gd name="connsiteX3" fmla="*/ 3109 w 327443"/>
                  <a:gd name="connsiteY3" fmla="*/ 0 h 556260"/>
                  <a:gd name="connsiteX0" fmla="*/ 303868 w 331022"/>
                  <a:gd name="connsiteY0" fmla="*/ 556260 h 556260"/>
                  <a:gd name="connsiteX1" fmla="*/ 295772 w 331022"/>
                  <a:gd name="connsiteY1" fmla="*/ 291283 h 556260"/>
                  <a:gd name="connsiteX2" fmla="*/ 82888 w 331022"/>
                  <a:gd name="connsiteY2" fmla="*/ 182880 h 556260"/>
                  <a:gd name="connsiteX3" fmla="*/ 6688 w 331022"/>
                  <a:gd name="connsiteY3" fmla="*/ 0 h 556260"/>
                  <a:gd name="connsiteX0" fmla="*/ 309338 w 324800"/>
                  <a:gd name="connsiteY0" fmla="*/ 556260 h 556260"/>
                  <a:gd name="connsiteX1" fmla="*/ 301242 w 324800"/>
                  <a:gd name="connsiteY1" fmla="*/ 291283 h 556260"/>
                  <a:gd name="connsiteX2" fmla="*/ 66927 w 324800"/>
                  <a:gd name="connsiteY2" fmla="*/ 171200 h 556260"/>
                  <a:gd name="connsiteX3" fmla="*/ 12158 w 324800"/>
                  <a:gd name="connsiteY3" fmla="*/ 0 h 556260"/>
                  <a:gd name="connsiteX0" fmla="*/ 301977 w 317439"/>
                  <a:gd name="connsiteY0" fmla="*/ 556260 h 556260"/>
                  <a:gd name="connsiteX1" fmla="*/ 293881 w 317439"/>
                  <a:gd name="connsiteY1" fmla="*/ 307634 h 556260"/>
                  <a:gd name="connsiteX2" fmla="*/ 59566 w 317439"/>
                  <a:gd name="connsiteY2" fmla="*/ 171200 h 556260"/>
                  <a:gd name="connsiteX3" fmla="*/ 4797 w 317439"/>
                  <a:gd name="connsiteY3" fmla="*/ 0 h 556260"/>
                </a:gdLst>
                <a:ahLst/>
                <a:cxnLst>
                  <a:cxn ang="0">
                    <a:pos x="connsiteX0" y="connsiteY0"/>
                  </a:cxn>
                  <a:cxn ang="0">
                    <a:pos x="connsiteX1" y="connsiteY1"/>
                  </a:cxn>
                  <a:cxn ang="0">
                    <a:pos x="connsiteX2" y="connsiteY2"/>
                  </a:cxn>
                  <a:cxn ang="0">
                    <a:pos x="connsiteX3" y="connsiteY3"/>
                  </a:cxn>
                </a:cxnLst>
                <a:rect l="l" t="t" r="r" b="b"/>
                <a:pathLst>
                  <a:path w="317439" h="556260">
                    <a:moveTo>
                      <a:pt x="301977" y="556260"/>
                    </a:moveTo>
                    <a:cubicBezTo>
                      <a:pt x="312772" y="450215"/>
                      <a:pt x="334283" y="371811"/>
                      <a:pt x="293881" y="307634"/>
                    </a:cubicBezTo>
                    <a:cubicBezTo>
                      <a:pt x="253479" y="243457"/>
                      <a:pt x="107747" y="222472"/>
                      <a:pt x="59566" y="171200"/>
                    </a:cubicBezTo>
                    <a:cubicBezTo>
                      <a:pt x="11385" y="119928"/>
                      <a:pt x="-10443" y="52070"/>
                      <a:pt x="4797" y="0"/>
                    </a:cubicBezTo>
                  </a:path>
                </a:pathLst>
              </a:custGeom>
              <a:no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Freihandform 19">
                <a:extLst>
                  <a:ext uri="{FF2B5EF4-FFF2-40B4-BE49-F238E27FC236}">
                    <a16:creationId xmlns:a16="http://schemas.microsoft.com/office/drawing/2014/main" id="{988BBC69-65B4-C1CA-0713-56B5E1D3BBF9}"/>
                  </a:ext>
                </a:extLst>
              </p:cNvPr>
              <p:cNvSpPr/>
              <p:nvPr/>
            </p:nvSpPr>
            <p:spPr>
              <a:xfrm rot="18449316">
                <a:off x="3578111" y="4451267"/>
                <a:ext cx="92273" cy="161874"/>
              </a:xfrm>
              <a:custGeom>
                <a:avLst/>
                <a:gdLst>
                  <a:gd name="connsiteX0" fmla="*/ 300229 w 310507"/>
                  <a:gd name="connsiteY0" fmla="*/ 556260 h 556260"/>
                  <a:gd name="connsiteX1" fmla="*/ 284989 w 310507"/>
                  <a:gd name="connsiteY1" fmla="*/ 281940 h 556260"/>
                  <a:gd name="connsiteX2" fmla="*/ 79249 w 310507"/>
                  <a:gd name="connsiteY2" fmla="*/ 182880 h 556260"/>
                  <a:gd name="connsiteX3" fmla="*/ 3049 w 310507"/>
                  <a:gd name="connsiteY3" fmla="*/ 0 h 556260"/>
                  <a:gd name="connsiteX0" fmla="*/ 303334 w 313612"/>
                  <a:gd name="connsiteY0" fmla="*/ 556260 h 556260"/>
                  <a:gd name="connsiteX1" fmla="*/ 288094 w 313612"/>
                  <a:gd name="connsiteY1" fmla="*/ 281940 h 556260"/>
                  <a:gd name="connsiteX2" fmla="*/ 82354 w 313612"/>
                  <a:gd name="connsiteY2" fmla="*/ 182880 h 556260"/>
                  <a:gd name="connsiteX3" fmla="*/ 6154 w 313612"/>
                  <a:gd name="connsiteY3" fmla="*/ 0 h 556260"/>
                  <a:gd name="connsiteX0" fmla="*/ 300289 w 314283"/>
                  <a:gd name="connsiteY0" fmla="*/ 556260 h 556260"/>
                  <a:gd name="connsiteX1" fmla="*/ 292193 w 314283"/>
                  <a:gd name="connsiteY1" fmla="*/ 291283 h 556260"/>
                  <a:gd name="connsiteX2" fmla="*/ 79309 w 314283"/>
                  <a:gd name="connsiteY2" fmla="*/ 182880 h 556260"/>
                  <a:gd name="connsiteX3" fmla="*/ 3109 w 314283"/>
                  <a:gd name="connsiteY3" fmla="*/ 0 h 556260"/>
                  <a:gd name="connsiteX0" fmla="*/ 300289 w 327443"/>
                  <a:gd name="connsiteY0" fmla="*/ 556260 h 556260"/>
                  <a:gd name="connsiteX1" fmla="*/ 292193 w 327443"/>
                  <a:gd name="connsiteY1" fmla="*/ 291283 h 556260"/>
                  <a:gd name="connsiteX2" fmla="*/ 79309 w 327443"/>
                  <a:gd name="connsiteY2" fmla="*/ 182880 h 556260"/>
                  <a:gd name="connsiteX3" fmla="*/ 3109 w 327443"/>
                  <a:gd name="connsiteY3" fmla="*/ 0 h 556260"/>
                  <a:gd name="connsiteX0" fmla="*/ 303868 w 331022"/>
                  <a:gd name="connsiteY0" fmla="*/ 556260 h 556260"/>
                  <a:gd name="connsiteX1" fmla="*/ 295772 w 331022"/>
                  <a:gd name="connsiteY1" fmla="*/ 291283 h 556260"/>
                  <a:gd name="connsiteX2" fmla="*/ 82888 w 331022"/>
                  <a:gd name="connsiteY2" fmla="*/ 182880 h 556260"/>
                  <a:gd name="connsiteX3" fmla="*/ 6688 w 331022"/>
                  <a:gd name="connsiteY3" fmla="*/ 0 h 556260"/>
                  <a:gd name="connsiteX0" fmla="*/ 309338 w 324800"/>
                  <a:gd name="connsiteY0" fmla="*/ 556260 h 556260"/>
                  <a:gd name="connsiteX1" fmla="*/ 301242 w 324800"/>
                  <a:gd name="connsiteY1" fmla="*/ 291283 h 556260"/>
                  <a:gd name="connsiteX2" fmla="*/ 66927 w 324800"/>
                  <a:gd name="connsiteY2" fmla="*/ 171200 h 556260"/>
                  <a:gd name="connsiteX3" fmla="*/ 12158 w 324800"/>
                  <a:gd name="connsiteY3" fmla="*/ 0 h 556260"/>
                  <a:gd name="connsiteX0" fmla="*/ 301977 w 317439"/>
                  <a:gd name="connsiteY0" fmla="*/ 556260 h 556260"/>
                  <a:gd name="connsiteX1" fmla="*/ 293881 w 317439"/>
                  <a:gd name="connsiteY1" fmla="*/ 307634 h 556260"/>
                  <a:gd name="connsiteX2" fmla="*/ 59566 w 317439"/>
                  <a:gd name="connsiteY2" fmla="*/ 171200 h 556260"/>
                  <a:gd name="connsiteX3" fmla="*/ 4797 w 317439"/>
                  <a:gd name="connsiteY3" fmla="*/ 0 h 556260"/>
                </a:gdLst>
                <a:ahLst/>
                <a:cxnLst>
                  <a:cxn ang="0">
                    <a:pos x="connsiteX0" y="connsiteY0"/>
                  </a:cxn>
                  <a:cxn ang="0">
                    <a:pos x="connsiteX1" y="connsiteY1"/>
                  </a:cxn>
                  <a:cxn ang="0">
                    <a:pos x="connsiteX2" y="connsiteY2"/>
                  </a:cxn>
                  <a:cxn ang="0">
                    <a:pos x="connsiteX3" y="connsiteY3"/>
                  </a:cxn>
                </a:cxnLst>
                <a:rect l="l" t="t" r="r" b="b"/>
                <a:pathLst>
                  <a:path w="317439" h="556260">
                    <a:moveTo>
                      <a:pt x="301977" y="556260"/>
                    </a:moveTo>
                    <a:cubicBezTo>
                      <a:pt x="312772" y="450215"/>
                      <a:pt x="334283" y="371811"/>
                      <a:pt x="293881" y="307634"/>
                    </a:cubicBezTo>
                    <a:cubicBezTo>
                      <a:pt x="253479" y="243457"/>
                      <a:pt x="107747" y="222472"/>
                      <a:pt x="59566" y="171200"/>
                    </a:cubicBezTo>
                    <a:cubicBezTo>
                      <a:pt x="11385" y="119928"/>
                      <a:pt x="-10443" y="52070"/>
                      <a:pt x="4797" y="0"/>
                    </a:cubicBezTo>
                  </a:path>
                </a:pathLst>
              </a:cu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Ellipse 20">
                <a:extLst>
                  <a:ext uri="{FF2B5EF4-FFF2-40B4-BE49-F238E27FC236}">
                    <a16:creationId xmlns:a16="http://schemas.microsoft.com/office/drawing/2014/main" id="{D10FB59F-7B94-2F84-9D33-3C96F384FC3F}"/>
                  </a:ext>
                </a:extLst>
              </p:cNvPr>
              <p:cNvSpPr/>
              <p:nvPr/>
            </p:nvSpPr>
            <p:spPr>
              <a:xfrm rot="18449316">
                <a:off x="3737126" y="4471687"/>
                <a:ext cx="272105" cy="397692"/>
              </a:xfrm>
              <a:prstGeom prst="ellipse">
                <a:avLst/>
              </a:prstGeom>
              <a:solidFill>
                <a:schemeClr val="bg1">
                  <a:lumMod val="8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56" name="Ellipse 2">
                <a:extLst>
                  <a:ext uri="{FF2B5EF4-FFF2-40B4-BE49-F238E27FC236}">
                    <a16:creationId xmlns:a16="http://schemas.microsoft.com/office/drawing/2014/main" id="{403A0B75-1A58-0FEF-5C7B-2A2E0C574FAB}"/>
                  </a:ext>
                </a:extLst>
              </p:cNvPr>
              <p:cNvSpPr/>
              <p:nvPr/>
            </p:nvSpPr>
            <p:spPr>
              <a:xfrm rot="18449316">
                <a:off x="3740161" y="4474428"/>
                <a:ext cx="126621" cy="125948"/>
              </a:xfrm>
              <a:custGeom>
                <a:avLst/>
                <a:gdLst>
                  <a:gd name="connsiteX0" fmla="*/ 0 w 936104"/>
                  <a:gd name="connsiteY0" fmla="*/ 684076 h 1368152"/>
                  <a:gd name="connsiteX1" fmla="*/ 468052 w 936104"/>
                  <a:gd name="connsiteY1" fmla="*/ 0 h 1368152"/>
                  <a:gd name="connsiteX2" fmla="*/ 936104 w 936104"/>
                  <a:gd name="connsiteY2" fmla="*/ 684076 h 1368152"/>
                  <a:gd name="connsiteX3" fmla="*/ 468052 w 936104"/>
                  <a:gd name="connsiteY3" fmla="*/ 1368152 h 1368152"/>
                  <a:gd name="connsiteX4" fmla="*/ 0 w 936104"/>
                  <a:gd name="connsiteY4" fmla="*/ 684076 h 1368152"/>
                  <a:gd name="connsiteX0" fmla="*/ 0 w 978371"/>
                  <a:gd name="connsiteY0" fmla="*/ 687477 h 1371553"/>
                  <a:gd name="connsiteX1" fmla="*/ 468052 w 978371"/>
                  <a:gd name="connsiteY1" fmla="*/ 3401 h 1371553"/>
                  <a:gd name="connsiteX2" fmla="*/ 903317 w 978371"/>
                  <a:gd name="connsiteY2" fmla="*/ 435098 h 1371553"/>
                  <a:gd name="connsiteX3" fmla="*/ 936104 w 978371"/>
                  <a:gd name="connsiteY3" fmla="*/ 687477 h 1371553"/>
                  <a:gd name="connsiteX4" fmla="*/ 468052 w 978371"/>
                  <a:gd name="connsiteY4" fmla="*/ 1371553 h 1371553"/>
                  <a:gd name="connsiteX5" fmla="*/ 0 w 978371"/>
                  <a:gd name="connsiteY5" fmla="*/ 687477 h 1371553"/>
                  <a:gd name="connsiteX0" fmla="*/ 0 w 967002"/>
                  <a:gd name="connsiteY0" fmla="*/ 687477 h 1371553"/>
                  <a:gd name="connsiteX1" fmla="*/ 468052 w 967002"/>
                  <a:gd name="connsiteY1" fmla="*/ 3401 h 1371553"/>
                  <a:gd name="connsiteX2" fmla="*/ 903317 w 967002"/>
                  <a:gd name="connsiteY2" fmla="*/ 435098 h 1371553"/>
                  <a:gd name="connsiteX3" fmla="*/ 936104 w 967002"/>
                  <a:gd name="connsiteY3" fmla="*/ 687477 h 1371553"/>
                  <a:gd name="connsiteX4" fmla="*/ 468052 w 967002"/>
                  <a:gd name="connsiteY4" fmla="*/ 1371553 h 1371553"/>
                  <a:gd name="connsiteX5" fmla="*/ 0 w 967002"/>
                  <a:gd name="connsiteY5" fmla="*/ 687477 h 1371553"/>
                  <a:gd name="connsiteX0" fmla="*/ 0 w 967002"/>
                  <a:gd name="connsiteY0" fmla="*/ 688298 h 1372374"/>
                  <a:gd name="connsiteX1" fmla="*/ 468052 w 967002"/>
                  <a:gd name="connsiteY1" fmla="*/ 4222 h 1372374"/>
                  <a:gd name="connsiteX2" fmla="*/ 903317 w 967002"/>
                  <a:gd name="connsiteY2" fmla="*/ 435919 h 1372374"/>
                  <a:gd name="connsiteX3" fmla="*/ 936104 w 967002"/>
                  <a:gd name="connsiteY3" fmla="*/ 688298 h 1372374"/>
                  <a:gd name="connsiteX4" fmla="*/ 468052 w 967002"/>
                  <a:gd name="connsiteY4" fmla="*/ 1372374 h 1372374"/>
                  <a:gd name="connsiteX5" fmla="*/ 0 w 967002"/>
                  <a:gd name="connsiteY5" fmla="*/ 688298 h 1372374"/>
                  <a:gd name="connsiteX0" fmla="*/ 0 w 956789"/>
                  <a:gd name="connsiteY0" fmla="*/ 688298 h 1372374"/>
                  <a:gd name="connsiteX1" fmla="*/ 468052 w 956789"/>
                  <a:gd name="connsiteY1" fmla="*/ 4222 h 1372374"/>
                  <a:gd name="connsiteX2" fmla="*/ 903317 w 956789"/>
                  <a:gd name="connsiteY2" fmla="*/ 435919 h 1372374"/>
                  <a:gd name="connsiteX3" fmla="*/ 936104 w 956789"/>
                  <a:gd name="connsiteY3" fmla="*/ 688298 h 1372374"/>
                  <a:gd name="connsiteX4" fmla="*/ 468052 w 956789"/>
                  <a:gd name="connsiteY4" fmla="*/ 1372374 h 1372374"/>
                  <a:gd name="connsiteX5" fmla="*/ 0 w 956789"/>
                  <a:gd name="connsiteY5" fmla="*/ 688298 h 1372374"/>
                  <a:gd name="connsiteX0" fmla="*/ 0 w 956789"/>
                  <a:gd name="connsiteY0" fmla="*/ 688236 h 1372312"/>
                  <a:gd name="connsiteX1" fmla="*/ 468052 w 956789"/>
                  <a:gd name="connsiteY1" fmla="*/ 4160 h 1372312"/>
                  <a:gd name="connsiteX2" fmla="*/ 903317 w 956789"/>
                  <a:gd name="connsiteY2" fmla="*/ 435857 h 1372312"/>
                  <a:gd name="connsiteX3" fmla="*/ 936104 w 956789"/>
                  <a:gd name="connsiteY3" fmla="*/ 688236 h 1372312"/>
                  <a:gd name="connsiteX4" fmla="*/ 468052 w 956789"/>
                  <a:gd name="connsiteY4" fmla="*/ 1372312 h 1372312"/>
                  <a:gd name="connsiteX5" fmla="*/ 0 w 956789"/>
                  <a:gd name="connsiteY5" fmla="*/ 688236 h 1372312"/>
                  <a:gd name="connsiteX0" fmla="*/ 0 w 956789"/>
                  <a:gd name="connsiteY0" fmla="*/ 687817 h 1371893"/>
                  <a:gd name="connsiteX1" fmla="*/ 468052 w 956789"/>
                  <a:gd name="connsiteY1" fmla="*/ 3741 h 1371893"/>
                  <a:gd name="connsiteX2" fmla="*/ 903317 w 956789"/>
                  <a:gd name="connsiteY2" fmla="*/ 435438 h 1371893"/>
                  <a:gd name="connsiteX3" fmla="*/ 936104 w 956789"/>
                  <a:gd name="connsiteY3" fmla="*/ 687817 h 1371893"/>
                  <a:gd name="connsiteX4" fmla="*/ 468052 w 956789"/>
                  <a:gd name="connsiteY4" fmla="*/ 1371893 h 1371893"/>
                  <a:gd name="connsiteX5" fmla="*/ 0 w 956789"/>
                  <a:gd name="connsiteY5" fmla="*/ 687817 h 1371893"/>
                  <a:gd name="connsiteX0" fmla="*/ 0 w 956789"/>
                  <a:gd name="connsiteY0" fmla="*/ 687817 h 723535"/>
                  <a:gd name="connsiteX1" fmla="*/ 468052 w 956789"/>
                  <a:gd name="connsiteY1" fmla="*/ 3741 h 723535"/>
                  <a:gd name="connsiteX2" fmla="*/ 903317 w 956789"/>
                  <a:gd name="connsiteY2" fmla="*/ 435438 h 723535"/>
                  <a:gd name="connsiteX3" fmla="*/ 936104 w 956789"/>
                  <a:gd name="connsiteY3" fmla="*/ 687817 h 723535"/>
                  <a:gd name="connsiteX4" fmla="*/ 468052 w 956789"/>
                  <a:gd name="connsiteY4" fmla="*/ 437933 h 723535"/>
                  <a:gd name="connsiteX5" fmla="*/ 0 w 956789"/>
                  <a:gd name="connsiteY5" fmla="*/ 687817 h 72353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54408 w 489673"/>
                  <a:gd name="connsiteY0" fmla="*/ 437933 h 469592"/>
                  <a:gd name="connsiteX1" fmla="*/ 54408 w 489673"/>
                  <a:gd name="connsiteY1" fmla="*/ 3741 h 469592"/>
                  <a:gd name="connsiteX2" fmla="*/ 489673 w 489673"/>
                  <a:gd name="connsiteY2" fmla="*/ 435438 h 469592"/>
                  <a:gd name="connsiteX3" fmla="*/ 54408 w 489673"/>
                  <a:gd name="connsiteY3" fmla="*/ 437933 h 469592"/>
                  <a:gd name="connsiteX0" fmla="*/ 32065 w 467330"/>
                  <a:gd name="connsiteY0" fmla="*/ 446305 h 477964"/>
                  <a:gd name="connsiteX1" fmla="*/ 32065 w 467330"/>
                  <a:gd name="connsiteY1" fmla="*/ 12113 h 477964"/>
                  <a:gd name="connsiteX2" fmla="*/ 467330 w 467330"/>
                  <a:gd name="connsiteY2" fmla="*/ 443810 h 477964"/>
                  <a:gd name="connsiteX3" fmla="*/ 32065 w 467330"/>
                  <a:gd name="connsiteY3" fmla="*/ 446305 h 477964"/>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32611 w 467876"/>
                  <a:gd name="connsiteY0" fmla="*/ 435518 h 467177"/>
                  <a:gd name="connsiteX1" fmla="*/ 32611 w 467876"/>
                  <a:gd name="connsiteY1" fmla="*/ 1326 h 467177"/>
                  <a:gd name="connsiteX2" fmla="*/ 467876 w 467876"/>
                  <a:gd name="connsiteY2" fmla="*/ 433023 h 467177"/>
                  <a:gd name="connsiteX3" fmla="*/ 32611 w 467876"/>
                  <a:gd name="connsiteY3" fmla="*/ 435518 h 467177"/>
                  <a:gd name="connsiteX0" fmla="*/ 37837 w 455987"/>
                  <a:gd name="connsiteY0" fmla="*/ 435518 h 467177"/>
                  <a:gd name="connsiteX1" fmla="*/ 20722 w 455987"/>
                  <a:gd name="connsiteY1" fmla="*/ 1326 h 467177"/>
                  <a:gd name="connsiteX2" fmla="*/ 455987 w 455987"/>
                  <a:gd name="connsiteY2" fmla="*/ 433023 h 467177"/>
                  <a:gd name="connsiteX3" fmla="*/ 37837 w 455987"/>
                  <a:gd name="connsiteY3" fmla="*/ 435518 h 467177"/>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12354 w 435394"/>
                  <a:gd name="connsiteY0" fmla="*/ 433073 h 465364"/>
                  <a:gd name="connsiteX1" fmla="*/ 129 w 435394"/>
                  <a:gd name="connsiteY1" fmla="*/ 1326 h 465364"/>
                  <a:gd name="connsiteX2" fmla="*/ 435394 w 435394"/>
                  <a:gd name="connsiteY2" fmla="*/ 433023 h 465364"/>
                  <a:gd name="connsiteX3" fmla="*/ 12354 w 435394"/>
                  <a:gd name="connsiteY3" fmla="*/ 433073 h 465364"/>
                  <a:gd name="connsiteX0" fmla="*/ 2784 w 435604"/>
                  <a:gd name="connsiteY0" fmla="*/ 430628 h 463576"/>
                  <a:gd name="connsiteX1" fmla="*/ 339 w 435604"/>
                  <a:gd name="connsiteY1" fmla="*/ 1326 h 463576"/>
                  <a:gd name="connsiteX2" fmla="*/ 435604 w 435604"/>
                  <a:gd name="connsiteY2" fmla="*/ 433023 h 463576"/>
                  <a:gd name="connsiteX3" fmla="*/ 2784 w 435604"/>
                  <a:gd name="connsiteY3" fmla="*/ 430628 h 463576"/>
                  <a:gd name="connsiteX0" fmla="*/ 2784 w 435604"/>
                  <a:gd name="connsiteY0" fmla="*/ 430628 h 433023"/>
                  <a:gd name="connsiteX1" fmla="*/ 339 w 435604"/>
                  <a:gd name="connsiteY1" fmla="*/ 1326 h 433023"/>
                  <a:gd name="connsiteX2" fmla="*/ 435604 w 435604"/>
                  <a:gd name="connsiteY2" fmla="*/ 433023 h 433023"/>
                  <a:gd name="connsiteX3" fmla="*/ 2784 w 435604"/>
                  <a:gd name="connsiteY3" fmla="*/ 430628 h 433023"/>
                  <a:gd name="connsiteX0" fmla="*/ 2784 w 435604"/>
                  <a:gd name="connsiteY0" fmla="*/ 430894 h 433289"/>
                  <a:gd name="connsiteX1" fmla="*/ 339 w 435604"/>
                  <a:gd name="connsiteY1" fmla="*/ 1592 h 433289"/>
                  <a:gd name="connsiteX2" fmla="*/ 435604 w 435604"/>
                  <a:gd name="connsiteY2" fmla="*/ 433289 h 433289"/>
                  <a:gd name="connsiteX3" fmla="*/ 2784 w 435604"/>
                  <a:gd name="connsiteY3" fmla="*/ 430894 h 433289"/>
                </a:gdLst>
                <a:ahLst/>
                <a:cxnLst>
                  <a:cxn ang="0">
                    <a:pos x="connsiteX0" y="connsiteY0"/>
                  </a:cxn>
                  <a:cxn ang="0">
                    <a:pos x="connsiteX1" y="connsiteY1"/>
                  </a:cxn>
                  <a:cxn ang="0">
                    <a:pos x="connsiteX2" y="connsiteY2"/>
                  </a:cxn>
                  <a:cxn ang="0">
                    <a:pos x="connsiteX3" y="connsiteY3"/>
                  </a:cxn>
                </a:cxnLst>
                <a:rect l="l" t="t" r="r" b="b"/>
                <a:pathLst>
                  <a:path w="435604" h="433289">
                    <a:moveTo>
                      <a:pt x="2784" y="430894"/>
                    </a:moveTo>
                    <a:cubicBezTo>
                      <a:pt x="3588" y="268483"/>
                      <a:pt x="-1304" y="402975"/>
                      <a:pt x="339" y="1592"/>
                    </a:cubicBezTo>
                    <a:cubicBezTo>
                      <a:pt x="165791" y="-20828"/>
                      <a:pt x="389378" y="197030"/>
                      <a:pt x="435604" y="433289"/>
                    </a:cubicBezTo>
                    <a:lnTo>
                      <a:pt x="2784" y="430894"/>
                    </a:lnTo>
                    <a:close/>
                  </a:path>
                </a:pathLst>
              </a:custGeom>
              <a:solidFill>
                <a:schemeClr val="bg1">
                  <a:lumMod val="8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57" name="Bogen 22">
                <a:extLst>
                  <a:ext uri="{FF2B5EF4-FFF2-40B4-BE49-F238E27FC236}">
                    <a16:creationId xmlns:a16="http://schemas.microsoft.com/office/drawing/2014/main" id="{D210303C-812A-1C81-ED87-B6832B374F55}"/>
                  </a:ext>
                </a:extLst>
              </p:cNvPr>
              <p:cNvSpPr/>
              <p:nvPr/>
            </p:nvSpPr>
            <p:spPr>
              <a:xfrm rot="18449316">
                <a:off x="3742539" y="4545653"/>
                <a:ext cx="269491" cy="313979"/>
              </a:xfrm>
              <a:prstGeom prst="arc">
                <a:avLst>
                  <a:gd name="adj1" fmla="val 603862"/>
                  <a:gd name="adj2" fmla="val 4415887"/>
                </a:avLst>
              </a:prstGeom>
              <a:ln w="31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8" name="Ellipse 2">
                <a:extLst>
                  <a:ext uri="{FF2B5EF4-FFF2-40B4-BE49-F238E27FC236}">
                    <a16:creationId xmlns:a16="http://schemas.microsoft.com/office/drawing/2014/main" id="{F5976948-0862-AFC5-4AE3-3523C51CB8DA}"/>
                  </a:ext>
                </a:extLst>
              </p:cNvPr>
              <p:cNvSpPr/>
              <p:nvPr/>
            </p:nvSpPr>
            <p:spPr>
              <a:xfrm rot="18449316" flipH="1">
                <a:off x="3663340" y="4575473"/>
                <a:ext cx="126424" cy="125948"/>
              </a:xfrm>
              <a:custGeom>
                <a:avLst/>
                <a:gdLst>
                  <a:gd name="connsiteX0" fmla="*/ 0 w 936104"/>
                  <a:gd name="connsiteY0" fmla="*/ 684076 h 1368152"/>
                  <a:gd name="connsiteX1" fmla="*/ 468052 w 936104"/>
                  <a:gd name="connsiteY1" fmla="*/ 0 h 1368152"/>
                  <a:gd name="connsiteX2" fmla="*/ 936104 w 936104"/>
                  <a:gd name="connsiteY2" fmla="*/ 684076 h 1368152"/>
                  <a:gd name="connsiteX3" fmla="*/ 468052 w 936104"/>
                  <a:gd name="connsiteY3" fmla="*/ 1368152 h 1368152"/>
                  <a:gd name="connsiteX4" fmla="*/ 0 w 936104"/>
                  <a:gd name="connsiteY4" fmla="*/ 684076 h 1368152"/>
                  <a:gd name="connsiteX0" fmla="*/ 0 w 978371"/>
                  <a:gd name="connsiteY0" fmla="*/ 687477 h 1371553"/>
                  <a:gd name="connsiteX1" fmla="*/ 468052 w 978371"/>
                  <a:gd name="connsiteY1" fmla="*/ 3401 h 1371553"/>
                  <a:gd name="connsiteX2" fmla="*/ 903317 w 978371"/>
                  <a:gd name="connsiteY2" fmla="*/ 435098 h 1371553"/>
                  <a:gd name="connsiteX3" fmla="*/ 936104 w 978371"/>
                  <a:gd name="connsiteY3" fmla="*/ 687477 h 1371553"/>
                  <a:gd name="connsiteX4" fmla="*/ 468052 w 978371"/>
                  <a:gd name="connsiteY4" fmla="*/ 1371553 h 1371553"/>
                  <a:gd name="connsiteX5" fmla="*/ 0 w 978371"/>
                  <a:gd name="connsiteY5" fmla="*/ 687477 h 1371553"/>
                  <a:gd name="connsiteX0" fmla="*/ 0 w 967002"/>
                  <a:gd name="connsiteY0" fmla="*/ 687477 h 1371553"/>
                  <a:gd name="connsiteX1" fmla="*/ 468052 w 967002"/>
                  <a:gd name="connsiteY1" fmla="*/ 3401 h 1371553"/>
                  <a:gd name="connsiteX2" fmla="*/ 903317 w 967002"/>
                  <a:gd name="connsiteY2" fmla="*/ 435098 h 1371553"/>
                  <a:gd name="connsiteX3" fmla="*/ 936104 w 967002"/>
                  <a:gd name="connsiteY3" fmla="*/ 687477 h 1371553"/>
                  <a:gd name="connsiteX4" fmla="*/ 468052 w 967002"/>
                  <a:gd name="connsiteY4" fmla="*/ 1371553 h 1371553"/>
                  <a:gd name="connsiteX5" fmla="*/ 0 w 967002"/>
                  <a:gd name="connsiteY5" fmla="*/ 687477 h 1371553"/>
                  <a:gd name="connsiteX0" fmla="*/ 0 w 967002"/>
                  <a:gd name="connsiteY0" fmla="*/ 688298 h 1372374"/>
                  <a:gd name="connsiteX1" fmla="*/ 468052 w 967002"/>
                  <a:gd name="connsiteY1" fmla="*/ 4222 h 1372374"/>
                  <a:gd name="connsiteX2" fmla="*/ 903317 w 967002"/>
                  <a:gd name="connsiteY2" fmla="*/ 435919 h 1372374"/>
                  <a:gd name="connsiteX3" fmla="*/ 936104 w 967002"/>
                  <a:gd name="connsiteY3" fmla="*/ 688298 h 1372374"/>
                  <a:gd name="connsiteX4" fmla="*/ 468052 w 967002"/>
                  <a:gd name="connsiteY4" fmla="*/ 1372374 h 1372374"/>
                  <a:gd name="connsiteX5" fmla="*/ 0 w 967002"/>
                  <a:gd name="connsiteY5" fmla="*/ 688298 h 1372374"/>
                  <a:gd name="connsiteX0" fmla="*/ 0 w 956789"/>
                  <a:gd name="connsiteY0" fmla="*/ 688298 h 1372374"/>
                  <a:gd name="connsiteX1" fmla="*/ 468052 w 956789"/>
                  <a:gd name="connsiteY1" fmla="*/ 4222 h 1372374"/>
                  <a:gd name="connsiteX2" fmla="*/ 903317 w 956789"/>
                  <a:gd name="connsiteY2" fmla="*/ 435919 h 1372374"/>
                  <a:gd name="connsiteX3" fmla="*/ 936104 w 956789"/>
                  <a:gd name="connsiteY3" fmla="*/ 688298 h 1372374"/>
                  <a:gd name="connsiteX4" fmla="*/ 468052 w 956789"/>
                  <a:gd name="connsiteY4" fmla="*/ 1372374 h 1372374"/>
                  <a:gd name="connsiteX5" fmla="*/ 0 w 956789"/>
                  <a:gd name="connsiteY5" fmla="*/ 688298 h 1372374"/>
                  <a:gd name="connsiteX0" fmla="*/ 0 w 956789"/>
                  <a:gd name="connsiteY0" fmla="*/ 688236 h 1372312"/>
                  <a:gd name="connsiteX1" fmla="*/ 468052 w 956789"/>
                  <a:gd name="connsiteY1" fmla="*/ 4160 h 1372312"/>
                  <a:gd name="connsiteX2" fmla="*/ 903317 w 956789"/>
                  <a:gd name="connsiteY2" fmla="*/ 435857 h 1372312"/>
                  <a:gd name="connsiteX3" fmla="*/ 936104 w 956789"/>
                  <a:gd name="connsiteY3" fmla="*/ 688236 h 1372312"/>
                  <a:gd name="connsiteX4" fmla="*/ 468052 w 956789"/>
                  <a:gd name="connsiteY4" fmla="*/ 1372312 h 1372312"/>
                  <a:gd name="connsiteX5" fmla="*/ 0 w 956789"/>
                  <a:gd name="connsiteY5" fmla="*/ 688236 h 1372312"/>
                  <a:gd name="connsiteX0" fmla="*/ 0 w 956789"/>
                  <a:gd name="connsiteY0" fmla="*/ 687817 h 1371893"/>
                  <a:gd name="connsiteX1" fmla="*/ 468052 w 956789"/>
                  <a:gd name="connsiteY1" fmla="*/ 3741 h 1371893"/>
                  <a:gd name="connsiteX2" fmla="*/ 903317 w 956789"/>
                  <a:gd name="connsiteY2" fmla="*/ 435438 h 1371893"/>
                  <a:gd name="connsiteX3" fmla="*/ 936104 w 956789"/>
                  <a:gd name="connsiteY3" fmla="*/ 687817 h 1371893"/>
                  <a:gd name="connsiteX4" fmla="*/ 468052 w 956789"/>
                  <a:gd name="connsiteY4" fmla="*/ 1371893 h 1371893"/>
                  <a:gd name="connsiteX5" fmla="*/ 0 w 956789"/>
                  <a:gd name="connsiteY5" fmla="*/ 687817 h 1371893"/>
                  <a:gd name="connsiteX0" fmla="*/ 0 w 956789"/>
                  <a:gd name="connsiteY0" fmla="*/ 687817 h 723535"/>
                  <a:gd name="connsiteX1" fmla="*/ 468052 w 956789"/>
                  <a:gd name="connsiteY1" fmla="*/ 3741 h 723535"/>
                  <a:gd name="connsiteX2" fmla="*/ 903317 w 956789"/>
                  <a:gd name="connsiteY2" fmla="*/ 435438 h 723535"/>
                  <a:gd name="connsiteX3" fmla="*/ 936104 w 956789"/>
                  <a:gd name="connsiteY3" fmla="*/ 687817 h 723535"/>
                  <a:gd name="connsiteX4" fmla="*/ 468052 w 956789"/>
                  <a:gd name="connsiteY4" fmla="*/ 437933 h 723535"/>
                  <a:gd name="connsiteX5" fmla="*/ 0 w 956789"/>
                  <a:gd name="connsiteY5" fmla="*/ 687817 h 72353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0 w 903317"/>
                  <a:gd name="connsiteY0" fmla="*/ 687817 h 699695"/>
                  <a:gd name="connsiteX1" fmla="*/ 468052 w 903317"/>
                  <a:gd name="connsiteY1" fmla="*/ 3741 h 699695"/>
                  <a:gd name="connsiteX2" fmla="*/ 903317 w 903317"/>
                  <a:gd name="connsiteY2" fmla="*/ 435438 h 699695"/>
                  <a:gd name="connsiteX3" fmla="*/ 468052 w 903317"/>
                  <a:gd name="connsiteY3" fmla="*/ 437933 h 699695"/>
                  <a:gd name="connsiteX4" fmla="*/ 0 w 903317"/>
                  <a:gd name="connsiteY4" fmla="*/ 687817 h 699695"/>
                  <a:gd name="connsiteX0" fmla="*/ 54408 w 489673"/>
                  <a:gd name="connsiteY0" fmla="*/ 437933 h 469592"/>
                  <a:gd name="connsiteX1" fmla="*/ 54408 w 489673"/>
                  <a:gd name="connsiteY1" fmla="*/ 3741 h 469592"/>
                  <a:gd name="connsiteX2" fmla="*/ 489673 w 489673"/>
                  <a:gd name="connsiteY2" fmla="*/ 435438 h 469592"/>
                  <a:gd name="connsiteX3" fmla="*/ 54408 w 489673"/>
                  <a:gd name="connsiteY3" fmla="*/ 437933 h 469592"/>
                  <a:gd name="connsiteX0" fmla="*/ 32065 w 467330"/>
                  <a:gd name="connsiteY0" fmla="*/ 446305 h 477964"/>
                  <a:gd name="connsiteX1" fmla="*/ 32065 w 467330"/>
                  <a:gd name="connsiteY1" fmla="*/ 12113 h 477964"/>
                  <a:gd name="connsiteX2" fmla="*/ 467330 w 467330"/>
                  <a:gd name="connsiteY2" fmla="*/ 443810 h 477964"/>
                  <a:gd name="connsiteX3" fmla="*/ 32065 w 467330"/>
                  <a:gd name="connsiteY3" fmla="*/ 446305 h 477964"/>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92426 w 527691"/>
                  <a:gd name="connsiteY0" fmla="*/ 435518 h 467177"/>
                  <a:gd name="connsiteX1" fmla="*/ 92426 w 527691"/>
                  <a:gd name="connsiteY1" fmla="*/ 1326 h 467177"/>
                  <a:gd name="connsiteX2" fmla="*/ 527691 w 527691"/>
                  <a:gd name="connsiteY2" fmla="*/ 433023 h 467177"/>
                  <a:gd name="connsiteX3" fmla="*/ 92426 w 527691"/>
                  <a:gd name="connsiteY3" fmla="*/ 435518 h 467177"/>
                  <a:gd name="connsiteX0" fmla="*/ 32611 w 467876"/>
                  <a:gd name="connsiteY0" fmla="*/ 435518 h 467177"/>
                  <a:gd name="connsiteX1" fmla="*/ 32611 w 467876"/>
                  <a:gd name="connsiteY1" fmla="*/ 1326 h 467177"/>
                  <a:gd name="connsiteX2" fmla="*/ 467876 w 467876"/>
                  <a:gd name="connsiteY2" fmla="*/ 433023 h 467177"/>
                  <a:gd name="connsiteX3" fmla="*/ 32611 w 467876"/>
                  <a:gd name="connsiteY3" fmla="*/ 435518 h 467177"/>
                  <a:gd name="connsiteX0" fmla="*/ 37837 w 455987"/>
                  <a:gd name="connsiteY0" fmla="*/ 435518 h 467177"/>
                  <a:gd name="connsiteX1" fmla="*/ 20722 w 455987"/>
                  <a:gd name="connsiteY1" fmla="*/ 1326 h 467177"/>
                  <a:gd name="connsiteX2" fmla="*/ 455987 w 455987"/>
                  <a:gd name="connsiteY2" fmla="*/ 433023 h 467177"/>
                  <a:gd name="connsiteX3" fmla="*/ 37837 w 455987"/>
                  <a:gd name="connsiteY3" fmla="*/ 435518 h 467177"/>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36185 w 459225"/>
                  <a:gd name="connsiteY0" fmla="*/ 433073 h 465364"/>
                  <a:gd name="connsiteX1" fmla="*/ 23960 w 459225"/>
                  <a:gd name="connsiteY1" fmla="*/ 1326 h 465364"/>
                  <a:gd name="connsiteX2" fmla="*/ 459225 w 459225"/>
                  <a:gd name="connsiteY2" fmla="*/ 433023 h 465364"/>
                  <a:gd name="connsiteX3" fmla="*/ 36185 w 459225"/>
                  <a:gd name="connsiteY3" fmla="*/ 433073 h 465364"/>
                  <a:gd name="connsiteX0" fmla="*/ 12354 w 435394"/>
                  <a:gd name="connsiteY0" fmla="*/ 433073 h 465364"/>
                  <a:gd name="connsiteX1" fmla="*/ 129 w 435394"/>
                  <a:gd name="connsiteY1" fmla="*/ 1326 h 465364"/>
                  <a:gd name="connsiteX2" fmla="*/ 435394 w 435394"/>
                  <a:gd name="connsiteY2" fmla="*/ 433023 h 465364"/>
                  <a:gd name="connsiteX3" fmla="*/ 12354 w 435394"/>
                  <a:gd name="connsiteY3" fmla="*/ 433073 h 465364"/>
                  <a:gd name="connsiteX0" fmla="*/ 2784 w 435604"/>
                  <a:gd name="connsiteY0" fmla="*/ 430628 h 463576"/>
                  <a:gd name="connsiteX1" fmla="*/ 339 w 435604"/>
                  <a:gd name="connsiteY1" fmla="*/ 1326 h 463576"/>
                  <a:gd name="connsiteX2" fmla="*/ 435604 w 435604"/>
                  <a:gd name="connsiteY2" fmla="*/ 433023 h 463576"/>
                  <a:gd name="connsiteX3" fmla="*/ 2784 w 435604"/>
                  <a:gd name="connsiteY3" fmla="*/ 430628 h 463576"/>
                  <a:gd name="connsiteX0" fmla="*/ 2784 w 435604"/>
                  <a:gd name="connsiteY0" fmla="*/ 430628 h 433023"/>
                  <a:gd name="connsiteX1" fmla="*/ 339 w 435604"/>
                  <a:gd name="connsiteY1" fmla="*/ 1326 h 433023"/>
                  <a:gd name="connsiteX2" fmla="*/ 435604 w 435604"/>
                  <a:gd name="connsiteY2" fmla="*/ 433023 h 433023"/>
                  <a:gd name="connsiteX3" fmla="*/ 2784 w 435604"/>
                  <a:gd name="connsiteY3" fmla="*/ 430628 h 433023"/>
                  <a:gd name="connsiteX0" fmla="*/ 2784 w 435604"/>
                  <a:gd name="connsiteY0" fmla="*/ 430894 h 433289"/>
                  <a:gd name="connsiteX1" fmla="*/ 339 w 435604"/>
                  <a:gd name="connsiteY1" fmla="*/ 1592 h 433289"/>
                  <a:gd name="connsiteX2" fmla="*/ 435604 w 435604"/>
                  <a:gd name="connsiteY2" fmla="*/ 433289 h 433289"/>
                  <a:gd name="connsiteX3" fmla="*/ 2784 w 435604"/>
                  <a:gd name="connsiteY3" fmla="*/ 430894 h 433289"/>
                </a:gdLst>
                <a:ahLst/>
                <a:cxnLst>
                  <a:cxn ang="0">
                    <a:pos x="connsiteX0" y="connsiteY0"/>
                  </a:cxn>
                  <a:cxn ang="0">
                    <a:pos x="connsiteX1" y="connsiteY1"/>
                  </a:cxn>
                  <a:cxn ang="0">
                    <a:pos x="connsiteX2" y="connsiteY2"/>
                  </a:cxn>
                  <a:cxn ang="0">
                    <a:pos x="connsiteX3" y="connsiteY3"/>
                  </a:cxn>
                </a:cxnLst>
                <a:rect l="l" t="t" r="r" b="b"/>
                <a:pathLst>
                  <a:path w="435604" h="433289">
                    <a:moveTo>
                      <a:pt x="2784" y="430894"/>
                    </a:moveTo>
                    <a:cubicBezTo>
                      <a:pt x="3588" y="268483"/>
                      <a:pt x="-1304" y="402975"/>
                      <a:pt x="339" y="1592"/>
                    </a:cubicBezTo>
                    <a:cubicBezTo>
                      <a:pt x="165791" y="-20828"/>
                      <a:pt x="389378" y="197030"/>
                      <a:pt x="435604" y="433289"/>
                    </a:cubicBezTo>
                    <a:lnTo>
                      <a:pt x="2784" y="430894"/>
                    </a:lnTo>
                    <a:close/>
                  </a:path>
                </a:pathLst>
              </a:custGeom>
              <a:solidFill>
                <a:srgbClr val="EF0000"/>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59" name="Abgerundetes Rechteck 24">
                <a:extLst>
                  <a:ext uri="{FF2B5EF4-FFF2-40B4-BE49-F238E27FC236}">
                    <a16:creationId xmlns:a16="http://schemas.microsoft.com/office/drawing/2014/main" id="{F74DB207-3D9A-DFE8-B4ED-7F32133CB163}"/>
                  </a:ext>
                </a:extLst>
              </p:cNvPr>
              <p:cNvSpPr/>
              <p:nvPr/>
            </p:nvSpPr>
            <p:spPr>
              <a:xfrm rot="18449316">
                <a:off x="3796163" y="4567025"/>
                <a:ext cx="20931" cy="104928"/>
              </a:xfrm>
              <a:prstGeom prst="roundRect">
                <a:avLst>
                  <a:gd name="adj" fmla="val 33202"/>
                </a:avLst>
              </a:prstGeom>
              <a:solidFill>
                <a:schemeClr val="bg1">
                  <a:lumMod val="8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grpSp>
        <p:sp>
          <p:nvSpPr>
            <p:cNvPr id="52" name="Textfeld 17">
              <a:extLst>
                <a:ext uri="{FF2B5EF4-FFF2-40B4-BE49-F238E27FC236}">
                  <a16:creationId xmlns:a16="http://schemas.microsoft.com/office/drawing/2014/main" id="{C90ACD79-619C-203D-6B6C-43587A5EB467}"/>
                </a:ext>
              </a:extLst>
            </p:cNvPr>
            <p:cNvSpPr txBox="1"/>
            <p:nvPr/>
          </p:nvSpPr>
          <p:spPr>
            <a:xfrm>
              <a:off x="5082540" y="2876452"/>
              <a:ext cx="284052" cy="307777"/>
            </a:xfrm>
            <a:prstGeom prst="rect">
              <a:avLst/>
            </a:prstGeom>
            <a:noFill/>
          </p:spPr>
          <p:txBody>
            <a:bodyPr wrap="none" rtlCol="0">
              <a:spAutoFit/>
            </a:bodyPr>
            <a:lstStyle/>
            <a:p>
              <a:r>
                <a:rPr lang="en-US" sz="1400" dirty="0"/>
                <a:t>5</a:t>
              </a:r>
              <a:endParaRPr lang="en-GB" sz="1400" dirty="0"/>
            </a:p>
          </p:txBody>
        </p:sp>
      </p:grpSp>
      <p:pic>
        <p:nvPicPr>
          <p:cNvPr id="61" name="圖片 60">
            <a:extLst>
              <a:ext uri="{FF2B5EF4-FFF2-40B4-BE49-F238E27FC236}">
                <a16:creationId xmlns:a16="http://schemas.microsoft.com/office/drawing/2014/main" id="{6AFE8CC2-0CA1-96EA-029E-94DA50146F11}"/>
              </a:ext>
            </a:extLst>
          </p:cNvPr>
          <p:cNvPicPr>
            <a:picLocks noChangeAspect="1"/>
          </p:cNvPicPr>
          <p:nvPr/>
        </p:nvPicPr>
        <p:blipFill>
          <a:blip r:embed="rId4"/>
          <a:stretch>
            <a:fillRect/>
          </a:stretch>
        </p:blipFill>
        <p:spPr>
          <a:xfrm>
            <a:off x="7338718" y="2217828"/>
            <a:ext cx="3828456" cy="4473621"/>
          </a:xfrm>
          <a:prstGeom prst="rect">
            <a:avLst/>
          </a:prstGeom>
        </p:spPr>
      </p:pic>
      <p:sp>
        <p:nvSpPr>
          <p:cNvPr id="4" name="矩形 3">
            <a:extLst>
              <a:ext uri="{FF2B5EF4-FFF2-40B4-BE49-F238E27FC236}">
                <a16:creationId xmlns:a16="http://schemas.microsoft.com/office/drawing/2014/main" id="{8AC10992-1A70-A2D9-D4C2-6C24EFF7643C}"/>
              </a:ext>
            </a:extLst>
          </p:cNvPr>
          <p:cNvSpPr/>
          <p:nvPr/>
        </p:nvSpPr>
        <p:spPr>
          <a:xfrm>
            <a:off x="1120823" y="5013176"/>
            <a:ext cx="970277" cy="342219"/>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zh-TW" altLang="en-US" sz="1800" kern="1200" baseline="0" dirty="0">
              <a:solidFill>
                <a:schemeClr val="tx1"/>
              </a:solidFill>
              <a:latin typeface="+mj-lt"/>
              <a:ea typeface="+mn-ea"/>
              <a:cs typeface="Arial" pitchFamily="34" charset="0"/>
            </a:endParaRPr>
          </a:p>
        </p:txBody>
      </p:sp>
      <p:cxnSp>
        <p:nvCxnSpPr>
          <p:cNvPr id="7" name="直線單箭頭接點 6">
            <a:extLst>
              <a:ext uri="{FF2B5EF4-FFF2-40B4-BE49-F238E27FC236}">
                <a16:creationId xmlns:a16="http://schemas.microsoft.com/office/drawing/2014/main" id="{15712986-BDA0-74C0-A5CE-F7D7C5EEFBED}"/>
              </a:ext>
            </a:extLst>
          </p:cNvPr>
          <p:cNvCxnSpPr/>
          <p:nvPr/>
        </p:nvCxnSpPr>
        <p:spPr>
          <a:xfrm>
            <a:off x="1120823" y="5949280"/>
            <a:ext cx="1224136" cy="0"/>
          </a:xfrm>
          <a:prstGeom prst="straightConnector1">
            <a:avLst/>
          </a:prstGeom>
          <a:ln w="3810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2346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0D260408-D13A-4B67-B71E-0B80435FC78D"/>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_RESOURCE_PATHS_HASH_2" val="d9fee9de11718536b3c065785a54cca1c97fc"/>
  <p:tag name="ISPRING_RESOURCE_PATHS_HASH_PRESENTER" val="d9595f5650e1be128cd68d5dfdeb3180f639adab"/>
</p:tagLst>
</file>

<file path=ppt/theme/theme1.xml><?xml version="1.0" encoding="utf-8"?>
<a:theme xmlns:a="http://schemas.openxmlformats.org/drawingml/2006/main" name="Beckhoff Standard Slide Master">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6350">
          <a:noFill/>
          <a:miter lim="800000"/>
        </a:ln>
      </a:spPr>
      <a:bodyPr lIns="90000" rIns="90000" rtlCol="0" anchor="t"/>
      <a:lstStyle>
        <a:def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1800" kern="1200" baseline="0" dirty="0" smtClean="0">
            <a:solidFill>
              <a:schemeClr val="tx1"/>
            </a:solidFill>
            <a:latin typeface="+mj-lt"/>
            <a:ea typeface="+mn-ea"/>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resentation1" id="{115CB5D5-46FF-4B19-87C5-7EDAA2422B27}" vid="{3BE55049-09A4-4588-9702-B542DE67BBC2}"/>
    </a:ext>
  </a:extLst>
</a:theme>
</file>

<file path=ppt/theme/theme2.xml><?xml version="1.0" encoding="utf-8"?>
<a:theme xmlns:a="http://schemas.openxmlformats.org/drawingml/2006/main" name="Studio Set – For film studio use only!">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6350">
          <a:noFill/>
          <a:miter lim="800000"/>
        </a:ln>
      </a:spPr>
      <a:bodyPr lIns="90000" rIns="90000" rtlCol="0" anchor="t"/>
      <a:lstStyle>
        <a:def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1800" kern="1200" baseline="0" dirty="0" smtClean="0">
            <a:solidFill>
              <a:schemeClr val="tx1"/>
            </a:solidFill>
            <a:latin typeface="+mj-lt"/>
            <a:ea typeface="+mn-ea"/>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resentation1" id="{115CB5D5-46FF-4B19-87C5-7EDAA2422B27}" vid="{16A5FBA8-539C-477A-A437-E8172024C034}"/>
    </a:ext>
  </a:extLst>
</a:theme>
</file>

<file path=ppt/theme/theme3.xml><?xml version="1.0" encoding="utf-8"?>
<a:theme xmlns:a="http://schemas.openxmlformats.org/drawingml/2006/main" name="Larissa">
  <a:themeElements>
    <a:clrScheme name="Beckhoff">
      <a:dk1>
        <a:srgbClr val="000000"/>
      </a:dk1>
      <a:lt1>
        <a:sysClr val="window" lastClr="FFFFFF"/>
      </a:lt1>
      <a:dk2>
        <a:srgbClr val="CCD2DA"/>
      </a:dk2>
      <a:lt2>
        <a:srgbClr val="9AA6B6"/>
      </a:lt2>
      <a:accent1>
        <a:srgbClr val="8190A4"/>
      </a:accent1>
      <a:accent2>
        <a:srgbClr val="2D76AD"/>
      </a:accent2>
      <a:accent3>
        <a:srgbClr val="4B5669"/>
      </a:accent3>
      <a:accent4>
        <a:srgbClr val="CCD2DA"/>
      </a:accent4>
      <a:accent5>
        <a:srgbClr val="000000"/>
      </a:accent5>
      <a:accent6>
        <a:srgbClr val="B5D4EC"/>
      </a:accent6>
      <a:hlink>
        <a:srgbClr val="2D76AD"/>
      </a:hlink>
      <a:folHlink>
        <a:srgbClr val="2D76A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0</TotalTime>
  <Words>266</Words>
  <Application>Microsoft Office PowerPoint</Application>
  <PresentationFormat>寬螢幕</PresentationFormat>
  <Paragraphs>34</Paragraphs>
  <Slides>7</Slides>
  <Notes>1</Notes>
  <HiddenSlides>0</HiddenSlides>
  <MMClips>0</MMClips>
  <ScaleCrop>false</ScaleCrop>
  <HeadingPairs>
    <vt:vector size="6" baseType="variant">
      <vt:variant>
        <vt:lpstr>使用字型</vt:lpstr>
      </vt:variant>
      <vt:variant>
        <vt:i4>4</vt:i4>
      </vt:variant>
      <vt:variant>
        <vt:lpstr>佈景主題</vt:lpstr>
      </vt:variant>
      <vt:variant>
        <vt:i4>2</vt:i4>
      </vt:variant>
      <vt:variant>
        <vt:lpstr>投影片標題</vt:lpstr>
      </vt:variant>
      <vt:variant>
        <vt:i4>7</vt:i4>
      </vt:variant>
    </vt:vector>
  </HeadingPairs>
  <TitlesOfParts>
    <vt:vector size="13" baseType="lpstr">
      <vt:lpstr>Arial</vt:lpstr>
      <vt:lpstr>Calibri</vt:lpstr>
      <vt:lpstr>Symbol</vt:lpstr>
      <vt:lpstr>Wingdings</vt:lpstr>
      <vt:lpstr>Beckhoff Standard Slide Master</vt:lpstr>
      <vt:lpstr>Studio Set – For film studio use only!</vt:lpstr>
      <vt:lpstr>教學文件規範說明</vt:lpstr>
      <vt:lpstr>目錄</vt:lpstr>
      <vt:lpstr>目錄注意事項</vt:lpstr>
      <vt:lpstr>目錄注意事項</vt:lpstr>
      <vt:lpstr>內文注意事項</vt:lpstr>
      <vt:lpstr>內文注意事項</vt:lpstr>
      <vt:lpstr>範例：連接控制器</vt:lpstr>
    </vt:vector>
  </TitlesOfParts>
  <Company>Beckhoff Automation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 Huang</dc:creator>
  <cp:keywords/>
  <cp:lastModifiedBy>Tom Huang</cp:lastModifiedBy>
  <cp:revision>4</cp:revision>
  <cp:lastPrinted>2016-06-28T12:26:43Z</cp:lastPrinted>
  <dcterms:created xsi:type="dcterms:W3CDTF">2026-07-24T06:52:17Z</dcterms:created>
  <dcterms:modified xsi:type="dcterms:W3CDTF">2026-07-27T03:17:34Z</dcterms:modified>
</cp:coreProperties>
</file>